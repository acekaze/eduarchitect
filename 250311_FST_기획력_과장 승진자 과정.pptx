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4" r:id="rId2"/>
    <p:sldMasterId id="2147483673" r:id="rId3"/>
    <p:sldMasterId id="2147483682" r:id="rId4"/>
  </p:sldMasterIdLst>
  <p:notesMasterIdLst>
    <p:notesMasterId r:id="rId98"/>
  </p:notesMasterIdLst>
  <p:sldIdLst>
    <p:sldId id="856" r:id="rId5"/>
    <p:sldId id="381" r:id="rId6"/>
    <p:sldId id="2883" r:id="rId7"/>
    <p:sldId id="2147478659" r:id="rId8"/>
    <p:sldId id="260" r:id="rId9"/>
    <p:sldId id="4524" r:id="rId10"/>
    <p:sldId id="8901" r:id="rId11"/>
    <p:sldId id="2147478660" r:id="rId12"/>
    <p:sldId id="9033" r:id="rId13"/>
    <p:sldId id="10096" r:id="rId14"/>
    <p:sldId id="9087" r:id="rId15"/>
    <p:sldId id="10097" r:id="rId16"/>
    <p:sldId id="9070" r:id="rId17"/>
    <p:sldId id="9046" r:id="rId18"/>
    <p:sldId id="630" r:id="rId19"/>
    <p:sldId id="10086" r:id="rId20"/>
    <p:sldId id="9085" r:id="rId21"/>
    <p:sldId id="9058" r:id="rId22"/>
    <p:sldId id="9063" r:id="rId23"/>
    <p:sldId id="9064" r:id="rId24"/>
    <p:sldId id="9071" r:id="rId25"/>
    <p:sldId id="4242" r:id="rId26"/>
    <p:sldId id="890" r:id="rId27"/>
    <p:sldId id="8902" r:id="rId28"/>
    <p:sldId id="2927" r:id="rId29"/>
    <p:sldId id="2928" r:id="rId30"/>
    <p:sldId id="2929" r:id="rId31"/>
    <p:sldId id="10113" r:id="rId32"/>
    <p:sldId id="10114" r:id="rId33"/>
    <p:sldId id="2974" r:id="rId34"/>
    <p:sldId id="699" r:id="rId35"/>
    <p:sldId id="3121" r:id="rId36"/>
    <p:sldId id="10116" r:id="rId37"/>
    <p:sldId id="10117" r:id="rId38"/>
    <p:sldId id="10118" r:id="rId39"/>
    <p:sldId id="10119" r:id="rId40"/>
    <p:sldId id="10120" r:id="rId41"/>
    <p:sldId id="10121" r:id="rId42"/>
    <p:sldId id="10122" r:id="rId43"/>
    <p:sldId id="10123" r:id="rId44"/>
    <p:sldId id="10124" r:id="rId45"/>
    <p:sldId id="10125" r:id="rId46"/>
    <p:sldId id="10048" r:id="rId47"/>
    <p:sldId id="1629" r:id="rId48"/>
    <p:sldId id="1400" r:id="rId49"/>
    <p:sldId id="1596" r:id="rId50"/>
    <p:sldId id="1597" r:id="rId51"/>
    <p:sldId id="1749" r:id="rId52"/>
    <p:sldId id="1750" r:id="rId53"/>
    <p:sldId id="1397" r:id="rId54"/>
    <p:sldId id="10088" r:id="rId55"/>
    <p:sldId id="3614" r:id="rId56"/>
    <p:sldId id="3615" r:id="rId57"/>
    <p:sldId id="3634" r:id="rId58"/>
    <p:sldId id="325" r:id="rId59"/>
    <p:sldId id="3586" r:id="rId60"/>
    <p:sldId id="3623" r:id="rId61"/>
    <p:sldId id="3635" r:id="rId62"/>
    <p:sldId id="3636" r:id="rId63"/>
    <p:sldId id="10089" r:id="rId64"/>
    <p:sldId id="9090" r:id="rId65"/>
    <p:sldId id="9076" r:id="rId66"/>
    <p:sldId id="10090" r:id="rId67"/>
    <p:sldId id="10104" r:id="rId68"/>
    <p:sldId id="10115" r:id="rId69"/>
    <p:sldId id="10092" r:id="rId70"/>
    <p:sldId id="1317" r:id="rId71"/>
    <p:sldId id="1160" r:id="rId72"/>
    <p:sldId id="1311" r:id="rId73"/>
    <p:sldId id="1318" r:id="rId74"/>
    <p:sldId id="1319" r:id="rId75"/>
    <p:sldId id="1312" r:id="rId76"/>
    <p:sldId id="1320" r:id="rId77"/>
    <p:sldId id="1313" r:id="rId78"/>
    <p:sldId id="1608" r:id="rId79"/>
    <p:sldId id="1740" r:id="rId80"/>
    <p:sldId id="10105" r:id="rId81"/>
    <p:sldId id="1485" r:id="rId82"/>
    <p:sldId id="1663" r:id="rId83"/>
    <p:sldId id="1675" r:id="rId84"/>
    <p:sldId id="1728" r:id="rId85"/>
    <p:sldId id="1620" r:id="rId86"/>
    <p:sldId id="1621" r:id="rId87"/>
    <p:sldId id="1622" r:id="rId88"/>
    <p:sldId id="1623" r:id="rId89"/>
    <p:sldId id="9073" r:id="rId90"/>
    <p:sldId id="10093" r:id="rId91"/>
    <p:sldId id="10095" r:id="rId92"/>
    <p:sldId id="9082" r:id="rId93"/>
    <p:sldId id="9084" r:id="rId94"/>
    <p:sldId id="9080" r:id="rId95"/>
    <p:sldId id="9102" r:id="rId96"/>
    <p:sldId id="9098" r:id="rId97"/>
  </p:sldIdLst>
  <p:sldSz cx="12192000" cy="6858000"/>
  <p:notesSz cx="6858000" cy="9144000"/>
  <p:embeddedFontLst>
    <p:embeddedFont>
      <p:font typeface="뫼비우스 Bold" panose="020B0600000101010101" charset="-127"/>
      <p:regular r:id="rId99"/>
    </p:embeddedFont>
    <p:embeddedFont>
      <p:font typeface="뫼비우스 Regular" panose="020B0600000101010101" charset="-127"/>
      <p:regular r:id="rId100"/>
    </p:embeddedFont>
    <p:embeddedFont>
      <p:font typeface="에스코어 드림 5 Medium" panose="020B0600000101010101" charset="-127"/>
      <p:regular r:id="rId101"/>
    </p:embeddedFont>
    <p:embeddedFont>
      <p:font typeface="현대하모니 M" panose="020B0600000101010101" charset="-127"/>
      <p:regular r:id="rId102"/>
    </p:embeddedFont>
    <p:embeddedFont>
      <p:font typeface="G마켓 산스 Bold" panose="02000000000000000000" pitchFamily="50" charset="-127"/>
      <p:regular r:id="rId103"/>
      <p:bold r:id="rId104"/>
    </p:embeddedFont>
    <p:embeddedFont>
      <p:font typeface="G마켓 산스 Light" panose="02000000000000000000" pitchFamily="50" charset="-127"/>
      <p:regular r:id="rId105"/>
    </p:embeddedFont>
    <p:embeddedFont>
      <p:font typeface="G마켓 산스 Medium" panose="02000000000000000000" pitchFamily="50" charset="-127"/>
      <p:regular r:id="rId106"/>
    </p:embeddedFont>
    <p:embeddedFont>
      <p:font typeface="G마켓 산스 TTF Bold" panose="02000000000000000000" pitchFamily="2" charset="-127"/>
      <p:bold r:id="rId107"/>
    </p:embeddedFont>
    <p:embeddedFont>
      <p:font typeface="맑은 고딕" panose="020B0503020000020004" pitchFamily="50" charset="-127"/>
      <p:regular r:id="rId108"/>
      <p:bold r:id="rId10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279" userDrawn="1">
          <p15:clr>
            <a:srgbClr val="A4A3A4"/>
          </p15:clr>
        </p15:guide>
        <p15:guide id="9" pos="7401" userDrawn="1">
          <p15:clr>
            <a:srgbClr val="A4A3A4"/>
          </p15:clr>
        </p15:guide>
        <p15:guide id="10" orient="horz" pos="2183" userDrawn="1">
          <p15:clr>
            <a:srgbClr val="A4A3A4"/>
          </p15:clr>
        </p15:guide>
        <p15:guide id="11" orient="horz" pos="4088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3" orient="horz" pos="2260" userDrawn="1">
          <p15:clr>
            <a:srgbClr val="A4A3A4"/>
          </p15:clr>
        </p15:guide>
        <p15:guide id="14" pos="52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469"/>
    <a:srgbClr val="EC4242"/>
    <a:srgbClr val="76BAFE"/>
    <a:srgbClr val="404040"/>
    <a:srgbClr val="C55A11"/>
    <a:srgbClr val="00B050"/>
    <a:srgbClr val="0070C0"/>
    <a:srgbClr val="FFC000"/>
    <a:srgbClr val="009A46"/>
    <a:srgbClr val="FF3C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D397C-F8DA-42A8-A138-16EEBC6FEAFC}" v="232" dt="2025-03-10T07:22:14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93880" autoAdjust="0"/>
  </p:normalViewPr>
  <p:slideViewPr>
    <p:cSldViewPr snapToGrid="0" showGuides="1">
      <p:cViewPr varScale="1">
        <p:scale>
          <a:sx n="167" d="100"/>
          <a:sy n="167" d="100"/>
        </p:scale>
        <p:origin x="240" y="104"/>
      </p:cViewPr>
      <p:guideLst>
        <p:guide orient="horz" pos="1593"/>
        <p:guide pos="3840"/>
        <p:guide pos="279"/>
        <p:guide pos="7401"/>
        <p:guide orient="horz" pos="2183"/>
        <p:guide orient="horz" pos="4088"/>
        <p:guide orient="horz" pos="2160"/>
        <p:guide orient="horz" pos="2260"/>
        <p:guide pos="524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heme" Target="theme/theme1.xml"/><Relationship Id="rId16" Type="http://schemas.openxmlformats.org/officeDocument/2006/relationships/slide" Target="slides/slide12.xml"/><Relationship Id="rId107" Type="http://schemas.openxmlformats.org/officeDocument/2006/relationships/font" Target="fonts/font9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font" Target="fonts/font4.fntdata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font" Target="fonts/font5.fntdata"/><Relationship Id="rId108" Type="http://schemas.openxmlformats.org/officeDocument/2006/relationships/font" Target="fonts/font10.fntdata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font" Target="fonts/font8.fntdata"/><Relationship Id="rId114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font" Target="fonts/font1.fntdata"/><Relationship Id="rId10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11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font" Target="fonts/font6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presProps" Target="presProps.xml"/><Relationship Id="rId115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font" Target="fonts/font2.fntdata"/><Relationship Id="rId105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Hoon Woo" userId="9fc84a2eeafc5ffe" providerId="LiveId" clId="{143D397C-F8DA-42A8-A138-16EEBC6FEAFC}"/>
    <pc:docChg chg="addSld delSld modSld">
      <pc:chgData name="MyungHoon Woo" userId="9fc84a2eeafc5ffe" providerId="LiveId" clId="{143D397C-F8DA-42A8-A138-16EEBC6FEAFC}" dt="2025-03-10T07:22:14.024" v="234" actId="20577"/>
      <pc:docMkLst>
        <pc:docMk/>
      </pc:docMkLst>
      <pc:sldChg chg="add del">
        <pc:chgData name="MyungHoon Woo" userId="9fc84a2eeafc5ffe" providerId="LiveId" clId="{143D397C-F8DA-42A8-A138-16EEBC6FEAFC}" dt="2025-03-10T07:17:15.978" v="3"/>
        <pc:sldMkLst>
          <pc:docMk/>
          <pc:sldMk cId="3294593848" sldId="838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64626666" sldId="839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4188532408" sldId="840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135140141" sldId="841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467412313" sldId="842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594695070" sldId="843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488974260" sldId="844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4098904860" sldId="845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518019780" sldId="846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037452635" sldId="847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514892837" sldId="848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183511478" sldId="849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831782631" sldId="850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234089438" sldId="851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322321003" sldId="852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412303012" sldId="853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062653643" sldId="854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876165184" sldId="855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42579545" sldId="857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573793137" sldId="858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501043580" sldId="859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94594283" sldId="860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4079210269" sldId="861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424234040" sldId="862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070239634" sldId="863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910941810" sldId="864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562687488" sldId="865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894565332" sldId="866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75637544" sldId="867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26192612" sldId="868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556579615" sldId="869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32397655" sldId="870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435845231" sldId="871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506052345" sldId="872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901275889" sldId="873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90736526" sldId="874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016838765" sldId="875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83906492" sldId="876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979590732" sldId="877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703393905" sldId="878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1963038174" sldId="879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20948294" sldId="880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146854967" sldId="881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313326568" sldId="882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264558854" sldId="883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592398798" sldId="884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3889896785" sldId="885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239162071" sldId="886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940416549" sldId="887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4076191253" sldId="888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411304914" sldId="889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3975753112" sldId="892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3416972449" sldId="893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413448878" sldId="894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902574076" sldId="895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3046724593" sldId="896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2638450637" sldId="897"/>
        </pc:sldMkLst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2678618656" sldId="898"/>
        </pc:sldMkLst>
      </pc:sldChg>
      <pc:sldChg chg="modSp modAnim">
        <pc:chgData name="MyungHoon Woo" userId="9fc84a2eeafc5ffe" providerId="LiveId" clId="{143D397C-F8DA-42A8-A138-16EEBC6FEAFC}" dt="2025-03-10T07:22:14.024" v="234" actId="20577"/>
        <pc:sldMkLst>
          <pc:docMk/>
          <pc:sldMk cId="1154540498" sldId="9085"/>
        </pc:sldMkLst>
        <pc:spChg chg="mod">
          <ac:chgData name="MyungHoon Woo" userId="9fc84a2eeafc5ffe" providerId="LiveId" clId="{143D397C-F8DA-42A8-A138-16EEBC6FEAFC}" dt="2025-03-10T07:22:14.024" v="234" actId="20577"/>
          <ac:spMkLst>
            <pc:docMk/>
            <pc:sldMk cId="1154540498" sldId="9085"/>
            <ac:spMk id="2" creationId="{B8A22641-2DCC-6F26-9EAF-56386A298D97}"/>
          </ac:spMkLst>
        </pc:spChg>
      </pc:sldChg>
      <pc:sldChg chg="modSp mod modAnim">
        <pc:chgData name="MyungHoon Woo" userId="9fc84a2eeafc5ffe" providerId="LiveId" clId="{143D397C-F8DA-42A8-A138-16EEBC6FEAFC}" dt="2025-03-10T07:21:24.305" v="147" actId="20577"/>
        <pc:sldMkLst>
          <pc:docMk/>
          <pc:sldMk cId="1610782432" sldId="10086"/>
        </pc:sldMkLst>
        <pc:spChg chg="mod">
          <ac:chgData name="MyungHoon Woo" userId="9fc84a2eeafc5ffe" providerId="LiveId" clId="{143D397C-F8DA-42A8-A138-16EEBC6FEAFC}" dt="2025-03-10T07:21:24.305" v="147" actId="20577"/>
          <ac:spMkLst>
            <pc:docMk/>
            <pc:sldMk cId="1610782432" sldId="10086"/>
            <ac:spMk id="2" creationId="{B8A22641-2DCC-6F26-9EAF-56386A298D97}"/>
          </ac:spMkLst>
        </pc:spChg>
      </pc:sldChg>
      <pc:sldChg chg="del">
        <pc:chgData name="MyungHoon Woo" userId="9fc84a2eeafc5ffe" providerId="LiveId" clId="{143D397C-F8DA-42A8-A138-16EEBC6FEAFC}" dt="2025-03-10T07:21:27.835" v="148" actId="47"/>
        <pc:sldMkLst>
          <pc:docMk/>
          <pc:sldMk cId="3991015004" sldId="10087"/>
        </pc:sldMkLst>
      </pc:sldChg>
      <pc:sldChg chg="delSp del">
        <pc:chgData name="MyungHoon Woo" userId="9fc84a2eeafc5ffe" providerId="LiveId" clId="{143D397C-F8DA-42A8-A138-16EEBC6FEAFC}" dt="2025-03-10T07:18:49.131" v="4" actId="47"/>
        <pc:sldMkLst>
          <pc:docMk/>
          <pc:sldMk cId="489492932" sldId="10107"/>
        </pc:sldMkLst>
        <pc:picChg chg="del">
          <ac:chgData name="MyungHoon Woo" userId="9fc84a2eeafc5ffe" providerId="LiveId" clId="{143D397C-F8DA-42A8-A138-16EEBC6FEAFC}" dt="2025-03-10T07:15:56.378" v="0" actId="478"/>
          <ac:picMkLst>
            <pc:docMk/>
            <pc:sldMk cId="489492932" sldId="10107"/>
            <ac:picMk id="1026" creationId="{39FEB447-2ACF-AFD8-C121-22ACECFBCE59}"/>
          </ac:picMkLst>
        </pc:picChg>
      </pc:sldChg>
      <pc:sldChg chg="add del setBg">
        <pc:chgData name="MyungHoon Woo" userId="9fc84a2eeafc5ffe" providerId="LiveId" clId="{143D397C-F8DA-42A8-A138-16EEBC6FEAFC}" dt="2025-03-10T07:17:15.978" v="3"/>
        <pc:sldMkLst>
          <pc:docMk/>
          <pc:sldMk cId="354368385" sldId="2147478655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97417118" sldId="2147478656"/>
        </pc:sldMkLst>
      </pc:sldChg>
      <pc:sldChg chg="add del">
        <pc:chgData name="MyungHoon Woo" userId="9fc84a2eeafc5ffe" providerId="LiveId" clId="{143D397C-F8DA-42A8-A138-16EEBC6FEAFC}" dt="2025-03-10T07:17:15.978" v="3"/>
        <pc:sldMkLst>
          <pc:docMk/>
          <pc:sldMk cId="2261407951" sldId="21474786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A9C8F-D7A5-5F4F-87C3-DC0EE91426F7}" type="doc">
      <dgm:prSet loTypeId="urn:microsoft.com/office/officeart/2005/8/layout/chevron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3D099B4-4CAA-254E-A541-5E9A220AC7DE}">
      <dgm:prSet/>
      <dgm:spPr>
        <a:solidFill>
          <a:srgbClr val="002060"/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F95D74B-9886-3B45-A3AC-774FFDBCD3AC}" type="par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34C5922-3A56-3348-A90B-935B4D025877}" type="sib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E9230B2-198C-6B44-AF03-7235D552188B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4B6B9D4C-EB40-2749-9BD6-350EBA0B7E7E}" type="par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25BA324-B7BB-4F4C-B75A-4EBB6F6A02B5}" type="sib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989BA03A-95D7-9340-9BC4-71E94D4EF301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C51FFC3-B3D7-1244-B419-FED867072209}" type="par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6078014-218D-3040-B121-DED201E656D9}" type="sib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881CBE7-7466-AA41-9539-0DDC0C34F247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6616AF0-2D00-0B42-8EE7-4CD48F17F771}" type="par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F23306-3495-4C46-9615-7A8A5F971A99}" type="sib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FD822C9-CB2E-4D4A-85F9-F3957958F36D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042C821-CEF7-5E4B-8605-3199B6FAD66F}" type="par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3526BB-240F-714C-880E-8AE76B11AA97}" type="sib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D95BCEDE-E1CE-A44C-9825-7E66212A2FA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2DF9293A-C119-D249-8FC4-63F3EC73CB70}" type="par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080A96D-D00F-B54C-BC29-67C931B5CFB6}" type="sib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5FAA1E9B-F895-5448-8F7D-A7B04D867629}" type="pres">
      <dgm:prSet presAssocID="{504A9C8F-D7A5-5F4F-87C3-DC0EE91426F7}" presName="Name0" presStyleCnt="0">
        <dgm:presLayoutVars>
          <dgm:dir/>
          <dgm:animLvl val="lvl"/>
          <dgm:resizeHandles val="exact"/>
        </dgm:presLayoutVars>
      </dgm:prSet>
      <dgm:spPr/>
    </dgm:pt>
    <dgm:pt modelId="{5049CF1A-DA39-0C40-B609-B1B0C4246FB0}" type="pres">
      <dgm:prSet presAssocID="{B3D099B4-4CAA-254E-A541-5E9A220AC7DE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6B55DC8-8223-3246-B1EB-095D97E0C2BF}" type="pres">
      <dgm:prSet presAssocID="{234C5922-3A56-3348-A90B-935B4D025877}" presName="parTxOnlySpace" presStyleCnt="0"/>
      <dgm:spPr/>
    </dgm:pt>
    <dgm:pt modelId="{AB7BC41F-4D0C-1746-A3E0-E1EF881399AA}" type="pres">
      <dgm:prSet presAssocID="{4E9230B2-198C-6B44-AF03-7235D55218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7F32A6-352F-024D-BA91-5AE3C3C78138}" type="pres">
      <dgm:prSet presAssocID="{425BA324-B7BB-4F4C-B75A-4EBB6F6A02B5}" presName="parTxOnlySpace" presStyleCnt="0"/>
      <dgm:spPr/>
    </dgm:pt>
    <dgm:pt modelId="{2CF8389F-E4C6-F34D-B190-2C0D8E7863E5}" type="pres">
      <dgm:prSet presAssocID="{989BA03A-95D7-9340-9BC4-71E94D4EF301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B3724BD-7024-A946-85A5-B68470971279}" type="pres">
      <dgm:prSet presAssocID="{26078014-218D-3040-B121-DED201E656D9}" presName="parTxOnlySpace" presStyleCnt="0"/>
      <dgm:spPr/>
    </dgm:pt>
    <dgm:pt modelId="{B757B0A2-BD80-ED4E-AE53-DACBCC6F9A9D}" type="pres">
      <dgm:prSet presAssocID="{E881CBE7-7466-AA41-9539-0DDC0C34F24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D3B8014-C199-C24F-A207-881762ED5CD6}" type="pres">
      <dgm:prSet presAssocID="{36F23306-3495-4C46-9615-7A8A5F971A99}" presName="parTxOnlySpace" presStyleCnt="0"/>
      <dgm:spPr/>
    </dgm:pt>
    <dgm:pt modelId="{BB38D5BC-AA81-8F4C-9623-42C1DF90153F}" type="pres">
      <dgm:prSet presAssocID="{EFD822C9-CB2E-4D4A-85F9-F3957958F36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807CE8A9-8D1F-4845-A2BC-031170E25278}" type="pres">
      <dgm:prSet presAssocID="{363526BB-240F-714C-880E-8AE76B11AA97}" presName="parTxOnlySpace" presStyleCnt="0"/>
      <dgm:spPr/>
    </dgm:pt>
    <dgm:pt modelId="{824B478D-83E0-4840-82A8-B86F7F628D61}" type="pres">
      <dgm:prSet presAssocID="{D95BCEDE-E1CE-A44C-9825-7E66212A2FA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6E90D21-ED1A-754E-A7DA-401CF11E59AA}" type="presOf" srcId="{EFD822C9-CB2E-4D4A-85F9-F3957958F36D}" destId="{BB38D5BC-AA81-8F4C-9623-42C1DF90153F}" srcOrd="0" destOrd="0" presId="urn:microsoft.com/office/officeart/2005/8/layout/chevron1"/>
    <dgm:cxn modelId="{9EED903C-1F15-2E47-9CE1-4AF25C0B0B04}" type="presOf" srcId="{B3D099B4-4CAA-254E-A541-5E9A220AC7DE}" destId="{5049CF1A-DA39-0C40-B609-B1B0C4246FB0}" srcOrd="0" destOrd="0" presId="urn:microsoft.com/office/officeart/2005/8/layout/chevron1"/>
    <dgm:cxn modelId="{B84F9741-5A44-C344-A548-E76E94189528}" srcId="{504A9C8F-D7A5-5F4F-87C3-DC0EE91426F7}" destId="{EFD822C9-CB2E-4D4A-85F9-F3957958F36D}" srcOrd="4" destOrd="0" parTransId="{F042C821-CEF7-5E4B-8605-3199B6FAD66F}" sibTransId="{363526BB-240F-714C-880E-8AE76B11AA97}"/>
    <dgm:cxn modelId="{2A25E672-2187-014A-861C-6E6F387DC07B}" srcId="{504A9C8F-D7A5-5F4F-87C3-DC0EE91426F7}" destId="{989BA03A-95D7-9340-9BC4-71E94D4EF301}" srcOrd="2" destOrd="0" parTransId="{8C51FFC3-B3D7-1244-B419-FED867072209}" sibTransId="{26078014-218D-3040-B121-DED201E656D9}"/>
    <dgm:cxn modelId="{51E72B7D-CBFC-524E-B3C4-DE208ABB34B4}" type="presOf" srcId="{E881CBE7-7466-AA41-9539-0DDC0C34F247}" destId="{B757B0A2-BD80-ED4E-AE53-DACBCC6F9A9D}" srcOrd="0" destOrd="0" presId="urn:microsoft.com/office/officeart/2005/8/layout/chevron1"/>
    <dgm:cxn modelId="{564DFF87-289E-6946-86A1-6AF3AA8FDCC9}" srcId="{504A9C8F-D7A5-5F4F-87C3-DC0EE91426F7}" destId="{D95BCEDE-E1CE-A44C-9825-7E66212A2FAE}" srcOrd="5" destOrd="0" parTransId="{2DF9293A-C119-D249-8FC4-63F3EC73CB70}" sibTransId="{4080A96D-D00F-B54C-BC29-67C931B5CFB6}"/>
    <dgm:cxn modelId="{4116408A-87A9-2A47-9DE7-4D9710874A06}" type="presOf" srcId="{D95BCEDE-E1CE-A44C-9825-7E66212A2FAE}" destId="{824B478D-83E0-4840-82A8-B86F7F628D61}" srcOrd="0" destOrd="0" presId="urn:microsoft.com/office/officeart/2005/8/layout/chevron1"/>
    <dgm:cxn modelId="{483EEF9B-255D-784B-898F-D8EDD6829C79}" type="presOf" srcId="{989BA03A-95D7-9340-9BC4-71E94D4EF301}" destId="{2CF8389F-E4C6-F34D-B190-2C0D8E7863E5}" srcOrd="0" destOrd="0" presId="urn:microsoft.com/office/officeart/2005/8/layout/chevron1"/>
    <dgm:cxn modelId="{DC85D9B1-233A-F14C-A5D6-4236A6D4863A}" srcId="{504A9C8F-D7A5-5F4F-87C3-DC0EE91426F7}" destId="{E881CBE7-7466-AA41-9539-0DDC0C34F247}" srcOrd="3" destOrd="0" parTransId="{F6616AF0-2D00-0B42-8EE7-4CD48F17F771}" sibTransId="{36F23306-3495-4C46-9615-7A8A5F971A99}"/>
    <dgm:cxn modelId="{70C23ECA-7AF1-0242-962E-173A75696372}" srcId="{504A9C8F-D7A5-5F4F-87C3-DC0EE91426F7}" destId="{4E9230B2-198C-6B44-AF03-7235D552188B}" srcOrd="1" destOrd="0" parTransId="{4B6B9D4C-EB40-2749-9BD6-350EBA0B7E7E}" sibTransId="{425BA324-B7BB-4F4C-B75A-4EBB6F6A02B5}"/>
    <dgm:cxn modelId="{87EAE9DA-B4AA-FC4C-9107-F11C21170483}" srcId="{504A9C8F-D7A5-5F4F-87C3-DC0EE91426F7}" destId="{B3D099B4-4CAA-254E-A541-5E9A220AC7DE}" srcOrd="0" destOrd="0" parTransId="{8F95D74B-9886-3B45-A3AC-774FFDBCD3AC}" sibTransId="{234C5922-3A56-3348-A90B-935B4D025877}"/>
    <dgm:cxn modelId="{6155C0DE-3FED-5744-A81C-55576C8AFA48}" type="presOf" srcId="{504A9C8F-D7A5-5F4F-87C3-DC0EE91426F7}" destId="{5FAA1E9B-F895-5448-8F7D-A7B04D867629}" srcOrd="0" destOrd="0" presId="urn:microsoft.com/office/officeart/2005/8/layout/chevron1"/>
    <dgm:cxn modelId="{585D2CFF-3071-784A-A674-5096078902D9}" type="presOf" srcId="{4E9230B2-198C-6B44-AF03-7235D552188B}" destId="{AB7BC41F-4D0C-1746-A3E0-E1EF881399AA}" srcOrd="0" destOrd="0" presId="urn:microsoft.com/office/officeart/2005/8/layout/chevron1"/>
    <dgm:cxn modelId="{57EBA789-C4C1-9948-BC07-553F6E4191CE}" type="presParOf" srcId="{5FAA1E9B-F895-5448-8F7D-A7B04D867629}" destId="{5049CF1A-DA39-0C40-B609-B1B0C4246FB0}" srcOrd="0" destOrd="0" presId="urn:microsoft.com/office/officeart/2005/8/layout/chevron1"/>
    <dgm:cxn modelId="{5D844CF2-6138-274B-A022-C312295A318B}" type="presParOf" srcId="{5FAA1E9B-F895-5448-8F7D-A7B04D867629}" destId="{66B55DC8-8223-3246-B1EB-095D97E0C2BF}" srcOrd="1" destOrd="0" presId="urn:microsoft.com/office/officeart/2005/8/layout/chevron1"/>
    <dgm:cxn modelId="{A92D8512-577B-0343-859A-C8636C58E5DE}" type="presParOf" srcId="{5FAA1E9B-F895-5448-8F7D-A7B04D867629}" destId="{AB7BC41F-4D0C-1746-A3E0-E1EF881399AA}" srcOrd="2" destOrd="0" presId="urn:microsoft.com/office/officeart/2005/8/layout/chevron1"/>
    <dgm:cxn modelId="{42FFD86F-0A3D-944A-A33E-6E2201CAC08B}" type="presParOf" srcId="{5FAA1E9B-F895-5448-8F7D-A7B04D867629}" destId="{197F32A6-352F-024D-BA91-5AE3C3C78138}" srcOrd="3" destOrd="0" presId="urn:microsoft.com/office/officeart/2005/8/layout/chevron1"/>
    <dgm:cxn modelId="{ED3C8A97-80C6-6E4D-8423-DEB1908F0562}" type="presParOf" srcId="{5FAA1E9B-F895-5448-8F7D-A7B04D867629}" destId="{2CF8389F-E4C6-F34D-B190-2C0D8E7863E5}" srcOrd="4" destOrd="0" presId="urn:microsoft.com/office/officeart/2005/8/layout/chevron1"/>
    <dgm:cxn modelId="{A42F5895-D334-6248-BD04-06BD693742AF}" type="presParOf" srcId="{5FAA1E9B-F895-5448-8F7D-A7B04D867629}" destId="{6B3724BD-7024-A946-85A5-B68470971279}" srcOrd="5" destOrd="0" presId="urn:microsoft.com/office/officeart/2005/8/layout/chevron1"/>
    <dgm:cxn modelId="{81481F0B-7EDA-6244-81AE-0E63E7B86FD8}" type="presParOf" srcId="{5FAA1E9B-F895-5448-8F7D-A7B04D867629}" destId="{B757B0A2-BD80-ED4E-AE53-DACBCC6F9A9D}" srcOrd="6" destOrd="0" presId="urn:microsoft.com/office/officeart/2005/8/layout/chevron1"/>
    <dgm:cxn modelId="{AFA3D8B6-0C94-A546-8BE4-FC83D97A5502}" type="presParOf" srcId="{5FAA1E9B-F895-5448-8F7D-A7B04D867629}" destId="{2D3B8014-C199-C24F-A207-881762ED5CD6}" srcOrd="7" destOrd="0" presId="urn:microsoft.com/office/officeart/2005/8/layout/chevron1"/>
    <dgm:cxn modelId="{270EDE8B-E17E-A541-B706-2FA7DD742384}" type="presParOf" srcId="{5FAA1E9B-F895-5448-8F7D-A7B04D867629}" destId="{BB38D5BC-AA81-8F4C-9623-42C1DF90153F}" srcOrd="8" destOrd="0" presId="urn:microsoft.com/office/officeart/2005/8/layout/chevron1"/>
    <dgm:cxn modelId="{2B08C8A6-ABA4-014A-8B13-8C982D4CC698}" type="presParOf" srcId="{5FAA1E9B-F895-5448-8F7D-A7B04D867629}" destId="{807CE8A9-8D1F-4845-A2BC-031170E25278}" srcOrd="9" destOrd="0" presId="urn:microsoft.com/office/officeart/2005/8/layout/chevron1"/>
    <dgm:cxn modelId="{0EDBC9A0-F4D8-F942-8864-092971F12E79}" type="presParOf" srcId="{5FAA1E9B-F895-5448-8F7D-A7B04D867629}" destId="{824B478D-83E0-4840-82A8-B86F7F628D6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4A9C8F-D7A5-5F4F-87C3-DC0EE91426F7}" type="doc">
      <dgm:prSet loTypeId="urn:microsoft.com/office/officeart/2005/8/layout/chevron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3D099B4-4CAA-254E-A541-5E9A220AC7D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F95D74B-9886-3B45-A3AC-774FFDBCD3AC}" type="par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34C5922-3A56-3348-A90B-935B4D025877}" type="sib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E9230B2-198C-6B44-AF03-7235D552188B}">
      <dgm:prSet/>
      <dgm:spPr>
        <a:solidFill>
          <a:srgbClr val="002060"/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4B6B9D4C-EB40-2749-9BD6-350EBA0B7E7E}" type="par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25BA324-B7BB-4F4C-B75A-4EBB6F6A02B5}" type="sib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989BA03A-95D7-9340-9BC4-71E94D4EF301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C51FFC3-B3D7-1244-B419-FED867072209}" type="par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6078014-218D-3040-B121-DED201E656D9}" type="sib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881CBE7-7466-AA41-9539-0DDC0C34F247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6616AF0-2D00-0B42-8EE7-4CD48F17F771}" type="par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F23306-3495-4C46-9615-7A8A5F971A99}" type="sib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FD822C9-CB2E-4D4A-85F9-F3957958F36D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042C821-CEF7-5E4B-8605-3199B6FAD66F}" type="par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3526BB-240F-714C-880E-8AE76B11AA97}" type="sib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D95BCEDE-E1CE-A44C-9825-7E66212A2FA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2DF9293A-C119-D249-8FC4-63F3EC73CB70}" type="par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080A96D-D00F-B54C-BC29-67C931B5CFB6}" type="sib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5FAA1E9B-F895-5448-8F7D-A7B04D867629}" type="pres">
      <dgm:prSet presAssocID="{504A9C8F-D7A5-5F4F-87C3-DC0EE91426F7}" presName="Name0" presStyleCnt="0">
        <dgm:presLayoutVars>
          <dgm:dir/>
          <dgm:animLvl val="lvl"/>
          <dgm:resizeHandles val="exact"/>
        </dgm:presLayoutVars>
      </dgm:prSet>
      <dgm:spPr/>
    </dgm:pt>
    <dgm:pt modelId="{5049CF1A-DA39-0C40-B609-B1B0C4246FB0}" type="pres">
      <dgm:prSet presAssocID="{B3D099B4-4CAA-254E-A541-5E9A220AC7DE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6B55DC8-8223-3246-B1EB-095D97E0C2BF}" type="pres">
      <dgm:prSet presAssocID="{234C5922-3A56-3348-A90B-935B4D025877}" presName="parTxOnlySpace" presStyleCnt="0"/>
      <dgm:spPr/>
    </dgm:pt>
    <dgm:pt modelId="{AB7BC41F-4D0C-1746-A3E0-E1EF881399AA}" type="pres">
      <dgm:prSet presAssocID="{4E9230B2-198C-6B44-AF03-7235D55218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7F32A6-352F-024D-BA91-5AE3C3C78138}" type="pres">
      <dgm:prSet presAssocID="{425BA324-B7BB-4F4C-B75A-4EBB6F6A02B5}" presName="parTxOnlySpace" presStyleCnt="0"/>
      <dgm:spPr/>
    </dgm:pt>
    <dgm:pt modelId="{2CF8389F-E4C6-F34D-B190-2C0D8E7863E5}" type="pres">
      <dgm:prSet presAssocID="{989BA03A-95D7-9340-9BC4-71E94D4EF301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B3724BD-7024-A946-85A5-B68470971279}" type="pres">
      <dgm:prSet presAssocID="{26078014-218D-3040-B121-DED201E656D9}" presName="parTxOnlySpace" presStyleCnt="0"/>
      <dgm:spPr/>
    </dgm:pt>
    <dgm:pt modelId="{B757B0A2-BD80-ED4E-AE53-DACBCC6F9A9D}" type="pres">
      <dgm:prSet presAssocID="{E881CBE7-7466-AA41-9539-0DDC0C34F24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D3B8014-C199-C24F-A207-881762ED5CD6}" type="pres">
      <dgm:prSet presAssocID="{36F23306-3495-4C46-9615-7A8A5F971A99}" presName="parTxOnlySpace" presStyleCnt="0"/>
      <dgm:spPr/>
    </dgm:pt>
    <dgm:pt modelId="{BB38D5BC-AA81-8F4C-9623-42C1DF90153F}" type="pres">
      <dgm:prSet presAssocID="{EFD822C9-CB2E-4D4A-85F9-F3957958F36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807CE8A9-8D1F-4845-A2BC-031170E25278}" type="pres">
      <dgm:prSet presAssocID="{363526BB-240F-714C-880E-8AE76B11AA97}" presName="parTxOnlySpace" presStyleCnt="0"/>
      <dgm:spPr/>
    </dgm:pt>
    <dgm:pt modelId="{824B478D-83E0-4840-82A8-B86F7F628D61}" type="pres">
      <dgm:prSet presAssocID="{D95BCEDE-E1CE-A44C-9825-7E66212A2FA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6E90D21-ED1A-754E-A7DA-401CF11E59AA}" type="presOf" srcId="{EFD822C9-CB2E-4D4A-85F9-F3957958F36D}" destId="{BB38D5BC-AA81-8F4C-9623-42C1DF90153F}" srcOrd="0" destOrd="0" presId="urn:microsoft.com/office/officeart/2005/8/layout/chevron1"/>
    <dgm:cxn modelId="{9EED903C-1F15-2E47-9CE1-4AF25C0B0B04}" type="presOf" srcId="{B3D099B4-4CAA-254E-A541-5E9A220AC7DE}" destId="{5049CF1A-DA39-0C40-B609-B1B0C4246FB0}" srcOrd="0" destOrd="0" presId="urn:microsoft.com/office/officeart/2005/8/layout/chevron1"/>
    <dgm:cxn modelId="{B84F9741-5A44-C344-A548-E76E94189528}" srcId="{504A9C8F-D7A5-5F4F-87C3-DC0EE91426F7}" destId="{EFD822C9-CB2E-4D4A-85F9-F3957958F36D}" srcOrd="4" destOrd="0" parTransId="{F042C821-CEF7-5E4B-8605-3199B6FAD66F}" sibTransId="{363526BB-240F-714C-880E-8AE76B11AA97}"/>
    <dgm:cxn modelId="{2A25E672-2187-014A-861C-6E6F387DC07B}" srcId="{504A9C8F-D7A5-5F4F-87C3-DC0EE91426F7}" destId="{989BA03A-95D7-9340-9BC4-71E94D4EF301}" srcOrd="2" destOrd="0" parTransId="{8C51FFC3-B3D7-1244-B419-FED867072209}" sibTransId="{26078014-218D-3040-B121-DED201E656D9}"/>
    <dgm:cxn modelId="{51E72B7D-CBFC-524E-B3C4-DE208ABB34B4}" type="presOf" srcId="{E881CBE7-7466-AA41-9539-0DDC0C34F247}" destId="{B757B0A2-BD80-ED4E-AE53-DACBCC6F9A9D}" srcOrd="0" destOrd="0" presId="urn:microsoft.com/office/officeart/2005/8/layout/chevron1"/>
    <dgm:cxn modelId="{564DFF87-289E-6946-86A1-6AF3AA8FDCC9}" srcId="{504A9C8F-D7A5-5F4F-87C3-DC0EE91426F7}" destId="{D95BCEDE-E1CE-A44C-9825-7E66212A2FAE}" srcOrd="5" destOrd="0" parTransId="{2DF9293A-C119-D249-8FC4-63F3EC73CB70}" sibTransId="{4080A96D-D00F-B54C-BC29-67C931B5CFB6}"/>
    <dgm:cxn modelId="{4116408A-87A9-2A47-9DE7-4D9710874A06}" type="presOf" srcId="{D95BCEDE-E1CE-A44C-9825-7E66212A2FAE}" destId="{824B478D-83E0-4840-82A8-B86F7F628D61}" srcOrd="0" destOrd="0" presId="urn:microsoft.com/office/officeart/2005/8/layout/chevron1"/>
    <dgm:cxn modelId="{483EEF9B-255D-784B-898F-D8EDD6829C79}" type="presOf" srcId="{989BA03A-95D7-9340-9BC4-71E94D4EF301}" destId="{2CF8389F-E4C6-F34D-B190-2C0D8E7863E5}" srcOrd="0" destOrd="0" presId="urn:microsoft.com/office/officeart/2005/8/layout/chevron1"/>
    <dgm:cxn modelId="{DC85D9B1-233A-F14C-A5D6-4236A6D4863A}" srcId="{504A9C8F-D7A5-5F4F-87C3-DC0EE91426F7}" destId="{E881CBE7-7466-AA41-9539-0DDC0C34F247}" srcOrd="3" destOrd="0" parTransId="{F6616AF0-2D00-0B42-8EE7-4CD48F17F771}" sibTransId="{36F23306-3495-4C46-9615-7A8A5F971A99}"/>
    <dgm:cxn modelId="{70C23ECA-7AF1-0242-962E-173A75696372}" srcId="{504A9C8F-D7A5-5F4F-87C3-DC0EE91426F7}" destId="{4E9230B2-198C-6B44-AF03-7235D552188B}" srcOrd="1" destOrd="0" parTransId="{4B6B9D4C-EB40-2749-9BD6-350EBA0B7E7E}" sibTransId="{425BA324-B7BB-4F4C-B75A-4EBB6F6A02B5}"/>
    <dgm:cxn modelId="{87EAE9DA-B4AA-FC4C-9107-F11C21170483}" srcId="{504A9C8F-D7A5-5F4F-87C3-DC0EE91426F7}" destId="{B3D099B4-4CAA-254E-A541-5E9A220AC7DE}" srcOrd="0" destOrd="0" parTransId="{8F95D74B-9886-3B45-A3AC-774FFDBCD3AC}" sibTransId="{234C5922-3A56-3348-A90B-935B4D025877}"/>
    <dgm:cxn modelId="{6155C0DE-3FED-5744-A81C-55576C8AFA48}" type="presOf" srcId="{504A9C8F-D7A5-5F4F-87C3-DC0EE91426F7}" destId="{5FAA1E9B-F895-5448-8F7D-A7B04D867629}" srcOrd="0" destOrd="0" presId="urn:microsoft.com/office/officeart/2005/8/layout/chevron1"/>
    <dgm:cxn modelId="{585D2CFF-3071-784A-A674-5096078902D9}" type="presOf" srcId="{4E9230B2-198C-6B44-AF03-7235D552188B}" destId="{AB7BC41F-4D0C-1746-A3E0-E1EF881399AA}" srcOrd="0" destOrd="0" presId="urn:microsoft.com/office/officeart/2005/8/layout/chevron1"/>
    <dgm:cxn modelId="{57EBA789-C4C1-9948-BC07-553F6E4191CE}" type="presParOf" srcId="{5FAA1E9B-F895-5448-8F7D-A7B04D867629}" destId="{5049CF1A-DA39-0C40-B609-B1B0C4246FB0}" srcOrd="0" destOrd="0" presId="urn:microsoft.com/office/officeart/2005/8/layout/chevron1"/>
    <dgm:cxn modelId="{5D844CF2-6138-274B-A022-C312295A318B}" type="presParOf" srcId="{5FAA1E9B-F895-5448-8F7D-A7B04D867629}" destId="{66B55DC8-8223-3246-B1EB-095D97E0C2BF}" srcOrd="1" destOrd="0" presId="urn:microsoft.com/office/officeart/2005/8/layout/chevron1"/>
    <dgm:cxn modelId="{A92D8512-577B-0343-859A-C8636C58E5DE}" type="presParOf" srcId="{5FAA1E9B-F895-5448-8F7D-A7B04D867629}" destId="{AB7BC41F-4D0C-1746-A3E0-E1EF881399AA}" srcOrd="2" destOrd="0" presId="urn:microsoft.com/office/officeart/2005/8/layout/chevron1"/>
    <dgm:cxn modelId="{42FFD86F-0A3D-944A-A33E-6E2201CAC08B}" type="presParOf" srcId="{5FAA1E9B-F895-5448-8F7D-A7B04D867629}" destId="{197F32A6-352F-024D-BA91-5AE3C3C78138}" srcOrd="3" destOrd="0" presId="urn:microsoft.com/office/officeart/2005/8/layout/chevron1"/>
    <dgm:cxn modelId="{ED3C8A97-80C6-6E4D-8423-DEB1908F0562}" type="presParOf" srcId="{5FAA1E9B-F895-5448-8F7D-A7B04D867629}" destId="{2CF8389F-E4C6-F34D-B190-2C0D8E7863E5}" srcOrd="4" destOrd="0" presId="urn:microsoft.com/office/officeart/2005/8/layout/chevron1"/>
    <dgm:cxn modelId="{A42F5895-D334-6248-BD04-06BD693742AF}" type="presParOf" srcId="{5FAA1E9B-F895-5448-8F7D-A7B04D867629}" destId="{6B3724BD-7024-A946-85A5-B68470971279}" srcOrd="5" destOrd="0" presId="urn:microsoft.com/office/officeart/2005/8/layout/chevron1"/>
    <dgm:cxn modelId="{81481F0B-7EDA-6244-81AE-0E63E7B86FD8}" type="presParOf" srcId="{5FAA1E9B-F895-5448-8F7D-A7B04D867629}" destId="{B757B0A2-BD80-ED4E-AE53-DACBCC6F9A9D}" srcOrd="6" destOrd="0" presId="urn:microsoft.com/office/officeart/2005/8/layout/chevron1"/>
    <dgm:cxn modelId="{AFA3D8B6-0C94-A546-8BE4-FC83D97A5502}" type="presParOf" srcId="{5FAA1E9B-F895-5448-8F7D-A7B04D867629}" destId="{2D3B8014-C199-C24F-A207-881762ED5CD6}" srcOrd="7" destOrd="0" presId="urn:microsoft.com/office/officeart/2005/8/layout/chevron1"/>
    <dgm:cxn modelId="{270EDE8B-E17E-A541-B706-2FA7DD742384}" type="presParOf" srcId="{5FAA1E9B-F895-5448-8F7D-A7B04D867629}" destId="{BB38D5BC-AA81-8F4C-9623-42C1DF90153F}" srcOrd="8" destOrd="0" presId="urn:microsoft.com/office/officeart/2005/8/layout/chevron1"/>
    <dgm:cxn modelId="{2B08C8A6-ABA4-014A-8B13-8C982D4CC698}" type="presParOf" srcId="{5FAA1E9B-F895-5448-8F7D-A7B04D867629}" destId="{807CE8A9-8D1F-4845-A2BC-031170E25278}" srcOrd="9" destOrd="0" presId="urn:microsoft.com/office/officeart/2005/8/layout/chevron1"/>
    <dgm:cxn modelId="{0EDBC9A0-F4D8-F942-8864-092971F12E79}" type="presParOf" srcId="{5FAA1E9B-F895-5448-8F7D-A7B04D867629}" destId="{824B478D-83E0-4840-82A8-B86F7F628D6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4A9C8F-D7A5-5F4F-87C3-DC0EE91426F7}" type="doc">
      <dgm:prSet loTypeId="urn:microsoft.com/office/officeart/2005/8/layout/chevron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3D099B4-4CAA-254E-A541-5E9A220AC7D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F95D74B-9886-3B45-A3AC-774FFDBCD3AC}" type="par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34C5922-3A56-3348-A90B-935B4D025877}" type="sib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E9230B2-198C-6B44-AF03-7235D552188B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4B6B9D4C-EB40-2749-9BD6-350EBA0B7E7E}" type="par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25BA324-B7BB-4F4C-B75A-4EBB6F6A02B5}" type="sib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989BA03A-95D7-9340-9BC4-71E94D4EF301}">
      <dgm:prSet/>
      <dgm:spPr>
        <a:solidFill>
          <a:srgbClr val="002060"/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C51FFC3-B3D7-1244-B419-FED867072209}" type="par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6078014-218D-3040-B121-DED201E656D9}" type="sib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881CBE7-7466-AA41-9539-0DDC0C34F247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6616AF0-2D00-0B42-8EE7-4CD48F17F771}" type="par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F23306-3495-4C46-9615-7A8A5F971A99}" type="sib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FD822C9-CB2E-4D4A-85F9-F3957958F36D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042C821-CEF7-5E4B-8605-3199B6FAD66F}" type="par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3526BB-240F-714C-880E-8AE76B11AA97}" type="sib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D95BCEDE-E1CE-A44C-9825-7E66212A2FA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2DF9293A-C119-D249-8FC4-63F3EC73CB70}" type="par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080A96D-D00F-B54C-BC29-67C931B5CFB6}" type="sib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5FAA1E9B-F895-5448-8F7D-A7B04D867629}" type="pres">
      <dgm:prSet presAssocID="{504A9C8F-D7A5-5F4F-87C3-DC0EE91426F7}" presName="Name0" presStyleCnt="0">
        <dgm:presLayoutVars>
          <dgm:dir/>
          <dgm:animLvl val="lvl"/>
          <dgm:resizeHandles val="exact"/>
        </dgm:presLayoutVars>
      </dgm:prSet>
      <dgm:spPr/>
    </dgm:pt>
    <dgm:pt modelId="{5049CF1A-DA39-0C40-B609-B1B0C4246FB0}" type="pres">
      <dgm:prSet presAssocID="{B3D099B4-4CAA-254E-A541-5E9A220AC7DE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6B55DC8-8223-3246-B1EB-095D97E0C2BF}" type="pres">
      <dgm:prSet presAssocID="{234C5922-3A56-3348-A90B-935B4D025877}" presName="parTxOnlySpace" presStyleCnt="0"/>
      <dgm:spPr/>
    </dgm:pt>
    <dgm:pt modelId="{AB7BC41F-4D0C-1746-A3E0-E1EF881399AA}" type="pres">
      <dgm:prSet presAssocID="{4E9230B2-198C-6B44-AF03-7235D55218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7F32A6-352F-024D-BA91-5AE3C3C78138}" type="pres">
      <dgm:prSet presAssocID="{425BA324-B7BB-4F4C-B75A-4EBB6F6A02B5}" presName="parTxOnlySpace" presStyleCnt="0"/>
      <dgm:spPr/>
    </dgm:pt>
    <dgm:pt modelId="{2CF8389F-E4C6-F34D-B190-2C0D8E7863E5}" type="pres">
      <dgm:prSet presAssocID="{989BA03A-95D7-9340-9BC4-71E94D4EF301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B3724BD-7024-A946-85A5-B68470971279}" type="pres">
      <dgm:prSet presAssocID="{26078014-218D-3040-B121-DED201E656D9}" presName="parTxOnlySpace" presStyleCnt="0"/>
      <dgm:spPr/>
    </dgm:pt>
    <dgm:pt modelId="{B757B0A2-BD80-ED4E-AE53-DACBCC6F9A9D}" type="pres">
      <dgm:prSet presAssocID="{E881CBE7-7466-AA41-9539-0DDC0C34F24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D3B8014-C199-C24F-A207-881762ED5CD6}" type="pres">
      <dgm:prSet presAssocID="{36F23306-3495-4C46-9615-7A8A5F971A99}" presName="parTxOnlySpace" presStyleCnt="0"/>
      <dgm:spPr/>
    </dgm:pt>
    <dgm:pt modelId="{BB38D5BC-AA81-8F4C-9623-42C1DF90153F}" type="pres">
      <dgm:prSet presAssocID="{EFD822C9-CB2E-4D4A-85F9-F3957958F36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807CE8A9-8D1F-4845-A2BC-031170E25278}" type="pres">
      <dgm:prSet presAssocID="{363526BB-240F-714C-880E-8AE76B11AA97}" presName="parTxOnlySpace" presStyleCnt="0"/>
      <dgm:spPr/>
    </dgm:pt>
    <dgm:pt modelId="{824B478D-83E0-4840-82A8-B86F7F628D61}" type="pres">
      <dgm:prSet presAssocID="{D95BCEDE-E1CE-A44C-9825-7E66212A2FA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6E90D21-ED1A-754E-A7DA-401CF11E59AA}" type="presOf" srcId="{EFD822C9-CB2E-4D4A-85F9-F3957958F36D}" destId="{BB38D5BC-AA81-8F4C-9623-42C1DF90153F}" srcOrd="0" destOrd="0" presId="urn:microsoft.com/office/officeart/2005/8/layout/chevron1"/>
    <dgm:cxn modelId="{9EED903C-1F15-2E47-9CE1-4AF25C0B0B04}" type="presOf" srcId="{B3D099B4-4CAA-254E-A541-5E9A220AC7DE}" destId="{5049CF1A-DA39-0C40-B609-B1B0C4246FB0}" srcOrd="0" destOrd="0" presId="urn:microsoft.com/office/officeart/2005/8/layout/chevron1"/>
    <dgm:cxn modelId="{B84F9741-5A44-C344-A548-E76E94189528}" srcId="{504A9C8F-D7A5-5F4F-87C3-DC0EE91426F7}" destId="{EFD822C9-CB2E-4D4A-85F9-F3957958F36D}" srcOrd="4" destOrd="0" parTransId="{F042C821-CEF7-5E4B-8605-3199B6FAD66F}" sibTransId="{363526BB-240F-714C-880E-8AE76B11AA97}"/>
    <dgm:cxn modelId="{2A25E672-2187-014A-861C-6E6F387DC07B}" srcId="{504A9C8F-D7A5-5F4F-87C3-DC0EE91426F7}" destId="{989BA03A-95D7-9340-9BC4-71E94D4EF301}" srcOrd="2" destOrd="0" parTransId="{8C51FFC3-B3D7-1244-B419-FED867072209}" sibTransId="{26078014-218D-3040-B121-DED201E656D9}"/>
    <dgm:cxn modelId="{51E72B7D-CBFC-524E-B3C4-DE208ABB34B4}" type="presOf" srcId="{E881CBE7-7466-AA41-9539-0DDC0C34F247}" destId="{B757B0A2-BD80-ED4E-AE53-DACBCC6F9A9D}" srcOrd="0" destOrd="0" presId="urn:microsoft.com/office/officeart/2005/8/layout/chevron1"/>
    <dgm:cxn modelId="{564DFF87-289E-6946-86A1-6AF3AA8FDCC9}" srcId="{504A9C8F-D7A5-5F4F-87C3-DC0EE91426F7}" destId="{D95BCEDE-E1CE-A44C-9825-7E66212A2FAE}" srcOrd="5" destOrd="0" parTransId="{2DF9293A-C119-D249-8FC4-63F3EC73CB70}" sibTransId="{4080A96D-D00F-B54C-BC29-67C931B5CFB6}"/>
    <dgm:cxn modelId="{4116408A-87A9-2A47-9DE7-4D9710874A06}" type="presOf" srcId="{D95BCEDE-E1CE-A44C-9825-7E66212A2FAE}" destId="{824B478D-83E0-4840-82A8-B86F7F628D61}" srcOrd="0" destOrd="0" presId="urn:microsoft.com/office/officeart/2005/8/layout/chevron1"/>
    <dgm:cxn modelId="{483EEF9B-255D-784B-898F-D8EDD6829C79}" type="presOf" srcId="{989BA03A-95D7-9340-9BC4-71E94D4EF301}" destId="{2CF8389F-E4C6-F34D-B190-2C0D8E7863E5}" srcOrd="0" destOrd="0" presId="urn:microsoft.com/office/officeart/2005/8/layout/chevron1"/>
    <dgm:cxn modelId="{DC85D9B1-233A-F14C-A5D6-4236A6D4863A}" srcId="{504A9C8F-D7A5-5F4F-87C3-DC0EE91426F7}" destId="{E881CBE7-7466-AA41-9539-0DDC0C34F247}" srcOrd="3" destOrd="0" parTransId="{F6616AF0-2D00-0B42-8EE7-4CD48F17F771}" sibTransId="{36F23306-3495-4C46-9615-7A8A5F971A99}"/>
    <dgm:cxn modelId="{70C23ECA-7AF1-0242-962E-173A75696372}" srcId="{504A9C8F-D7A5-5F4F-87C3-DC0EE91426F7}" destId="{4E9230B2-198C-6B44-AF03-7235D552188B}" srcOrd="1" destOrd="0" parTransId="{4B6B9D4C-EB40-2749-9BD6-350EBA0B7E7E}" sibTransId="{425BA324-B7BB-4F4C-B75A-4EBB6F6A02B5}"/>
    <dgm:cxn modelId="{87EAE9DA-B4AA-FC4C-9107-F11C21170483}" srcId="{504A9C8F-D7A5-5F4F-87C3-DC0EE91426F7}" destId="{B3D099B4-4CAA-254E-A541-5E9A220AC7DE}" srcOrd="0" destOrd="0" parTransId="{8F95D74B-9886-3B45-A3AC-774FFDBCD3AC}" sibTransId="{234C5922-3A56-3348-A90B-935B4D025877}"/>
    <dgm:cxn modelId="{6155C0DE-3FED-5744-A81C-55576C8AFA48}" type="presOf" srcId="{504A9C8F-D7A5-5F4F-87C3-DC0EE91426F7}" destId="{5FAA1E9B-F895-5448-8F7D-A7B04D867629}" srcOrd="0" destOrd="0" presId="urn:microsoft.com/office/officeart/2005/8/layout/chevron1"/>
    <dgm:cxn modelId="{585D2CFF-3071-784A-A674-5096078902D9}" type="presOf" srcId="{4E9230B2-198C-6B44-AF03-7235D552188B}" destId="{AB7BC41F-4D0C-1746-A3E0-E1EF881399AA}" srcOrd="0" destOrd="0" presId="urn:microsoft.com/office/officeart/2005/8/layout/chevron1"/>
    <dgm:cxn modelId="{57EBA789-C4C1-9948-BC07-553F6E4191CE}" type="presParOf" srcId="{5FAA1E9B-F895-5448-8F7D-A7B04D867629}" destId="{5049CF1A-DA39-0C40-B609-B1B0C4246FB0}" srcOrd="0" destOrd="0" presId="urn:microsoft.com/office/officeart/2005/8/layout/chevron1"/>
    <dgm:cxn modelId="{5D844CF2-6138-274B-A022-C312295A318B}" type="presParOf" srcId="{5FAA1E9B-F895-5448-8F7D-A7B04D867629}" destId="{66B55DC8-8223-3246-B1EB-095D97E0C2BF}" srcOrd="1" destOrd="0" presId="urn:microsoft.com/office/officeart/2005/8/layout/chevron1"/>
    <dgm:cxn modelId="{A92D8512-577B-0343-859A-C8636C58E5DE}" type="presParOf" srcId="{5FAA1E9B-F895-5448-8F7D-A7B04D867629}" destId="{AB7BC41F-4D0C-1746-A3E0-E1EF881399AA}" srcOrd="2" destOrd="0" presId="urn:microsoft.com/office/officeart/2005/8/layout/chevron1"/>
    <dgm:cxn modelId="{42FFD86F-0A3D-944A-A33E-6E2201CAC08B}" type="presParOf" srcId="{5FAA1E9B-F895-5448-8F7D-A7B04D867629}" destId="{197F32A6-352F-024D-BA91-5AE3C3C78138}" srcOrd="3" destOrd="0" presId="urn:microsoft.com/office/officeart/2005/8/layout/chevron1"/>
    <dgm:cxn modelId="{ED3C8A97-80C6-6E4D-8423-DEB1908F0562}" type="presParOf" srcId="{5FAA1E9B-F895-5448-8F7D-A7B04D867629}" destId="{2CF8389F-E4C6-F34D-B190-2C0D8E7863E5}" srcOrd="4" destOrd="0" presId="urn:microsoft.com/office/officeart/2005/8/layout/chevron1"/>
    <dgm:cxn modelId="{A42F5895-D334-6248-BD04-06BD693742AF}" type="presParOf" srcId="{5FAA1E9B-F895-5448-8F7D-A7B04D867629}" destId="{6B3724BD-7024-A946-85A5-B68470971279}" srcOrd="5" destOrd="0" presId="urn:microsoft.com/office/officeart/2005/8/layout/chevron1"/>
    <dgm:cxn modelId="{81481F0B-7EDA-6244-81AE-0E63E7B86FD8}" type="presParOf" srcId="{5FAA1E9B-F895-5448-8F7D-A7B04D867629}" destId="{B757B0A2-BD80-ED4E-AE53-DACBCC6F9A9D}" srcOrd="6" destOrd="0" presId="urn:microsoft.com/office/officeart/2005/8/layout/chevron1"/>
    <dgm:cxn modelId="{AFA3D8B6-0C94-A546-8BE4-FC83D97A5502}" type="presParOf" srcId="{5FAA1E9B-F895-5448-8F7D-A7B04D867629}" destId="{2D3B8014-C199-C24F-A207-881762ED5CD6}" srcOrd="7" destOrd="0" presId="urn:microsoft.com/office/officeart/2005/8/layout/chevron1"/>
    <dgm:cxn modelId="{270EDE8B-E17E-A541-B706-2FA7DD742384}" type="presParOf" srcId="{5FAA1E9B-F895-5448-8F7D-A7B04D867629}" destId="{BB38D5BC-AA81-8F4C-9623-42C1DF90153F}" srcOrd="8" destOrd="0" presId="urn:microsoft.com/office/officeart/2005/8/layout/chevron1"/>
    <dgm:cxn modelId="{2B08C8A6-ABA4-014A-8B13-8C982D4CC698}" type="presParOf" srcId="{5FAA1E9B-F895-5448-8F7D-A7B04D867629}" destId="{807CE8A9-8D1F-4845-A2BC-031170E25278}" srcOrd="9" destOrd="0" presId="urn:microsoft.com/office/officeart/2005/8/layout/chevron1"/>
    <dgm:cxn modelId="{0EDBC9A0-F4D8-F942-8864-092971F12E79}" type="presParOf" srcId="{5FAA1E9B-F895-5448-8F7D-A7B04D867629}" destId="{824B478D-83E0-4840-82A8-B86F7F628D6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4A9C8F-D7A5-5F4F-87C3-DC0EE91426F7}" type="doc">
      <dgm:prSet loTypeId="urn:microsoft.com/office/officeart/2005/8/layout/chevron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3D099B4-4CAA-254E-A541-5E9A220AC7D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F95D74B-9886-3B45-A3AC-774FFDBCD3AC}" type="par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34C5922-3A56-3348-A90B-935B4D025877}" type="sib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E9230B2-198C-6B44-AF03-7235D552188B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4B6B9D4C-EB40-2749-9BD6-350EBA0B7E7E}" type="par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25BA324-B7BB-4F4C-B75A-4EBB6F6A02B5}" type="sib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989BA03A-95D7-9340-9BC4-71E94D4EF301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C51FFC3-B3D7-1244-B419-FED867072209}" type="par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6078014-218D-3040-B121-DED201E656D9}" type="sib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881CBE7-7466-AA41-9539-0DDC0C34F247}">
      <dgm:prSet/>
      <dgm:spPr>
        <a:solidFill>
          <a:srgbClr val="002060"/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6616AF0-2D00-0B42-8EE7-4CD48F17F771}" type="par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F23306-3495-4C46-9615-7A8A5F971A99}" type="sib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FD822C9-CB2E-4D4A-85F9-F3957958F36D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042C821-CEF7-5E4B-8605-3199B6FAD66F}" type="par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3526BB-240F-714C-880E-8AE76B11AA97}" type="sib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D95BCEDE-E1CE-A44C-9825-7E66212A2FA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2DF9293A-C119-D249-8FC4-63F3EC73CB70}" type="par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080A96D-D00F-B54C-BC29-67C931B5CFB6}" type="sib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5FAA1E9B-F895-5448-8F7D-A7B04D867629}" type="pres">
      <dgm:prSet presAssocID="{504A9C8F-D7A5-5F4F-87C3-DC0EE91426F7}" presName="Name0" presStyleCnt="0">
        <dgm:presLayoutVars>
          <dgm:dir/>
          <dgm:animLvl val="lvl"/>
          <dgm:resizeHandles val="exact"/>
        </dgm:presLayoutVars>
      </dgm:prSet>
      <dgm:spPr/>
    </dgm:pt>
    <dgm:pt modelId="{5049CF1A-DA39-0C40-B609-B1B0C4246FB0}" type="pres">
      <dgm:prSet presAssocID="{B3D099B4-4CAA-254E-A541-5E9A220AC7DE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6B55DC8-8223-3246-B1EB-095D97E0C2BF}" type="pres">
      <dgm:prSet presAssocID="{234C5922-3A56-3348-A90B-935B4D025877}" presName="parTxOnlySpace" presStyleCnt="0"/>
      <dgm:spPr/>
    </dgm:pt>
    <dgm:pt modelId="{AB7BC41F-4D0C-1746-A3E0-E1EF881399AA}" type="pres">
      <dgm:prSet presAssocID="{4E9230B2-198C-6B44-AF03-7235D55218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7F32A6-352F-024D-BA91-5AE3C3C78138}" type="pres">
      <dgm:prSet presAssocID="{425BA324-B7BB-4F4C-B75A-4EBB6F6A02B5}" presName="parTxOnlySpace" presStyleCnt="0"/>
      <dgm:spPr/>
    </dgm:pt>
    <dgm:pt modelId="{2CF8389F-E4C6-F34D-B190-2C0D8E7863E5}" type="pres">
      <dgm:prSet presAssocID="{989BA03A-95D7-9340-9BC4-71E94D4EF301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B3724BD-7024-A946-85A5-B68470971279}" type="pres">
      <dgm:prSet presAssocID="{26078014-218D-3040-B121-DED201E656D9}" presName="parTxOnlySpace" presStyleCnt="0"/>
      <dgm:spPr/>
    </dgm:pt>
    <dgm:pt modelId="{B757B0A2-BD80-ED4E-AE53-DACBCC6F9A9D}" type="pres">
      <dgm:prSet presAssocID="{E881CBE7-7466-AA41-9539-0DDC0C34F24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D3B8014-C199-C24F-A207-881762ED5CD6}" type="pres">
      <dgm:prSet presAssocID="{36F23306-3495-4C46-9615-7A8A5F971A99}" presName="parTxOnlySpace" presStyleCnt="0"/>
      <dgm:spPr/>
    </dgm:pt>
    <dgm:pt modelId="{BB38D5BC-AA81-8F4C-9623-42C1DF90153F}" type="pres">
      <dgm:prSet presAssocID="{EFD822C9-CB2E-4D4A-85F9-F3957958F36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807CE8A9-8D1F-4845-A2BC-031170E25278}" type="pres">
      <dgm:prSet presAssocID="{363526BB-240F-714C-880E-8AE76B11AA97}" presName="parTxOnlySpace" presStyleCnt="0"/>
      <dgm:spPr/>
    </dgm:pt>
    <dgm:pt modelId="{824B478D-83E0-4840-82A8-B86F7F628D61}" type="pres">
      <dgm:prSet presAssocID="{D95BCEDE-E1CE-A44C-9825-7E66212A2FA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6E90D21-ED1A-754E-A7DA-401CF11E59AA}" type="presOf" srcId="{EFD822C9-CB2E-4D4A-85F9-F3957958F36D}" destId="{BB38D5BC-AA81-8F4C-9623-42C1DF90153F}" srcOrd="0" destOrd="0" presId="urn:microsoft.com/office/officeart/2005/8/layout/chevron1"/>
    <dgm:cxn modelId="{9EED903C-1F15-2E47-9CE1-4AF25C0B0B04}" type="presOf" srcId="{B3D099B4-4CAA-254E-A541-5E9A220AC7DE}" destId="{5049CF1A-DA39-0C40-B609-B1B0C4246FB0}" srcOrd="0" destOrd="0" presId="urn:microsoft.com/office/officeart/2005/8/layout/chevron1"/>
    <dgm:cxn modelId="{B84F9741-5A44-C344-A548-E76E94189528}" srcId="{504A9C8F-D7A5-5F4F-87C3-DC0EE91426F7}" destId="{EFD822C9-CB2E-4D4A-85F9-F3957958F36D}" srcOrd="4" destOrd="0" parTransId="{F042C821-CEF7-5E4B-8605-3199B6FAD66F}" sibTransId="{363526BB-240F-714C-880E-8AE76B11AA97}"/>
    <dgm:cxn modelId="{2A25E672-2187-014A-861C-6E6F387DC07B}" srcId="{504A9C8F-D7A5-5F4F-87C3-DC0EE91426F7}" destId="{989BA03A-95D7-9340-9BC4-71E94D4EF301}" srcOrd="2" destOrd="0" parTransId="{8C51FFC3-B3D7-1244-B419-FED867072209}" sibTransId="{26078014-218D-3040-B121-DED201E656D9}"/>
    <dgm:cxn modelId="{51E72B7D-CBFC-524E-B3C4-DE208ABB34B4}" type="presOf" srcId="{E881CBE7-7466-AA41-9539-0DDC0C34F247}" destId="{B757B0A2-BD80-ED4E-AE53-DACBCC6F9A9D}" srcOrd="0" destOrd="0" presId="urn:microsoft.com/office/officeart/2005/8/layout/chevron1"/>
    <dgm:cxn modelId="{564DFF87-289E-6946-86A1-6AF3AA8FDCC9}" srcId="{504A9C8F-D7A5-5F4F-87C3-DC0EE91426F7}" destId="{D95BCEDE-E1CE-A44C-9825-7E66212A2FAE}" srcOrd="5" destOrd="0" parTransId="{2DF9293A-C119-D249-8FC4-63F3EC73CB70}" sibTransId="{4080A96D-D00F-B54C-BC29-67C931B5CFB6}"/>
    <dgm:cxn modelId="{4116408A-87A9-2A47-9DE7-4D9710874A06}" type="presOf" srcId="{D95BCEDE-E1CE-A44C-9825-7E66212A2FAE}" destId="{824B478D-83E0-4840-82A8-B86F7F628D61}" srcOrd="0" destOrd="0" presId="urn:microsoft.com/office/officeart/2005/8/layout/chevron1"/>
    <dgm:cxn modelId="{483EEF9B-255D-784B-898F-D8EDD6829C79}" type="presOf" srcId="{989BA03A-95D7-9340-9BC4-71E94D4EF301}" destId="{2CF8389F-E4C6-F34D-B190-2C0D8E7863E5}" srcOrd="0" destOrd="0" presId="urn:microsoft.com/office/officeart/2005/8/layout/chevron1"/>
    <dgm:cxn modelId="{DC85D9B1-233A-F14C-A5D6-4236A6D4863A}" srcId="{504A9C8F-D7A5-5F4F-87C3-DC0EE91426F7}" destId="{E881CBE7-7466-AA41-9539-0DDC0C34F247}" srcOrd="3" destOrd="0" parTransId="{F6616AF0-2D00-0B42-8EE7-4CD48F17F771}" sibTransId="{36F23306-3495-4C46-9615-7A8A5F971A99}"/>
    <dgm:cxn modelId="{70C23ECA-7AF1-0242-962E-173A75696372}" srcId="{504A9C8F-D7A5-5F4F-87C3-DC0EE91426F7}" destId="{4E9230B2-198C-6B44-AF03-7235D552188B}" srcOrd="1" destOrd="0" parTransId="{4B6B9D4C-EB40-2749-9BD6-350EBA0B7E7E}" sibTransId="{425BA324-B7BB-4F4C-B75A-4EBB6F6A02B5}"/>
    <dgm:cxn modelId="{87EAE9DA-B4AA-FC4C-9107-F11C21170483}" srcId="{504A9C8F-D7A5-5F4F-87C3-DC0EE91426F7}" destId="{B3D099B4-4CAA-254E-A541-5E9A220AC7DE}" srcOrd="0" destOrd="0" parTransId="{8F95D74B-9886-3B45-A3AC-774FFDBCD3AC}" sibTransId="{234C5922-3A56-3348-A90B-935B4D025877}"/>
    <dgm:cxn modelId="{6155C0DE-3FED-5744-A81C-55576C8AFA48}" type="presOf" srcId="{504A9C8F-D7A5-5F4F-87C3-DC0EE91426F7}" destId="{5FAA1E9B-F895-5448-8F7D-A7B04D867629}" srcOrd="0" destOrd="0" presId="urn:microsoft.com/office/officeart/2005/8/layout/chevron1"/>
    <dgm:cxn modelId="{585D2CFF-3071-784A-A674-5096078902D9}" type="presOf" srcId="{4E9230B2-198C-6B44-AF03-7235D552188B}" destId="{AB7BC41F-4D0C-1746-A3E0-E1EF881399AA}" srcOrd="0" destOrd="0" presId="urn:microsoft.com/office/officeart/2005/8/layout/chevron1"/>
    <dgm:cxn modelId="{57EBA789-C4C1-9948-BC07-553F6E4191CE}" type="presParOf" srcId="{5FAA1E9B-F895-5448-8F7D-A7B04D867629}" destId="{5049CF1A-DA39-0C40-B609-B1B0C4246FB0}" srcOrd="0" destOrd="0" presId="urn:microsoft.com/office/officeart/2005/8/layout/chevron1"/>
    <dgm:cxn modelId="{5D844CF2-6138-274B-A022-C312295A318B}" type="presParOf" srcId="{5FAA1E9B-F895-5448-8F7D-A7B04D867629}" destId="{66B55DC8-8223-3246-B1EB-095D97E0C2BF}" srcOrd="1" destOrd="0" presId="urn:microsoft.com/office/officeart/2005/8/layout/chevron1"/>
    <dgm:cxn modelId="{A92D8512-577B-0343-859A-C8636C58E5DE}" type="presParOf" srcId="{5FAA1E9B-F895-5448-8F7D-A7B04D867629}" destId="{AB7BC41F-4D0C-1746-A3E0-E1EF881399AA}" srcOrd="2" destOrd="0" presId="urn:microsoft.com/office/officeart/2005/8/layout/chevron1"/>
    <dgm:cxn modelId="{42FFD86F-0A3D-944A-A33E-6E2201CAC08B}" type="presParOf" srcId="{5FAA1E9B-F895-5448-8F7D-A7B04D867629}" destId="{197F32A6-352F-024D-BA91-5AE3C3C78138}" srcOrd="3" destOrd="0" presId="urn:microsoft.com/office/officeart/2005/8/layout/chevron1"/>
    <dgm:cxn modelId="{ED3C8A97-80C6-6E4D-8423-DEB1908F0562}" type="presParOf" srcId="{5FAA1E9B-F895-5448-8F7D-A7B04D867629}" destId="{2CF8389F-E4C6-F34D-B190-2C0D8E7863E5}" srcOrd="4" destOrd="0" presId="urn:microsoft.com/office/officeart/2005/8/layout/chevron1"/>
    <dgm:cxn modelId="{A42F5895-D334-6248-BD04-06BD693742AF}" type="presParOf" srcId="{5FAA1E9B-F895-5448-8F7D-A7B04D867629}" destId="{6B3724BD-7024-A946-85A5-B68470971279}" srcOrd="5" destOrd="0" presId="urn:microsoft.com/office/officeart/2005/8/layout/chevron1"/>
    <dgm:cxn modelId="{81481F0B-7EDA-6244-81AE-0E63E7B86FD8}" type="presParOf" srcId="{5FAA1E9B-F895-5448-8F7D-A7B04D867629}" destId="{B757B0A2-BD80-ED4E-AE53-DACBCC6F9A9D}" srcOrd="6" destOrd="0" presId="urn:microsoft.com/office/officeart/2005/8/layout/chevron1"/>
    <dgm:cxn modelId="{AFA3D8B6-0C94-A546-8BE4-FC83D97A5502}" type="presParOf" srcId="{5FAA1E9B-F895-5448-8F7D-A7B04D867629}" destId="{2D3B8014-C199-C24F-A207-881762ED5CD6}" srcOrd="7" destOrd="0" presId="urn:microsoft.com/office/officeart/2005/8/layout/chevron1"/>
    <dgm:cxn modelId="{270EDE8B-E17E-A541-B706-2FA7DD742384}" type="presParOf" srcId="{5FAA1E9B-F895-5448-8F7D-A7B04D867629}" destId="{BB38D5BC-AA81-8F4C-9623-42C1DF90153F}" srcOrd="8" destOrd="0" presId="urn:microsoft.com/office/officeart/2005/8/layout/chevron1"/>
    <dgm:cxn modelId="{2B08C8A6-ABA4-014A-8B13-8C982D4CC698}" type="presParOf" srcId="{5FAA1E9B-F895-5448-8F7D-A7B04D867629}" destId="{807CE8A9-8D1F-4845-A2BC-031170E25278}" srcOrd="9" destOrd="0" presId="urn:microsoft.com/office/officeart/2005/8/layout/chevron1"/>
    <dgm:cxn modelId="{0EDBC9A0-F4D8-F942-8864-092971F12E79}" type="presParOf" srcId="{5FAA1E9B-F895-5448-8F7D-A7B04D867629}" destId="{824B478D-83E0-4840-82A8-B86F7F628D6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4A9C8F-D7A5-5F4F-87C3-DC0EE91426F7}" type="doc">
      <dgm:prSet loTypeId="urn:microsoft.com/office/officeart/2005/8/layout/chevron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3D099B4-4CAA-254E-A541-5E9A220AC7D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F95D74B-9886-3B45-A3AC-774FFDBCD3AC}" type="par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34C5922-3A56-3348-A90B-935B4D025877}" type="sib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E9230B2-198C-6B44-AF03-7235D552188B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4B6B9D4C-EB40-2749-9BD6-350EBA0B7E7E}" type="par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25BA324-B7BB-4F4C-B75A-4EBB6F6A02B5}" type="sib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989BA03A-95D7-9340-9BC4-71E94D4EF301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C51FFC3-B3D7-1244-B419-FED867072209}" type="par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6078014-218D-3040-B121-DED201E656D9}" type="sib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881CBE7-7466-AA41-9539-0DDC0C34F247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6616AF0-2D00-0B42-8EE7-4CD48F17F771}" type="par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F23306-3495-4C46-9615-7A8A5F971A99}" type="sib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FD822C9-CB2E-4D4A-85F9-F3957958F36D}">
      <dgm:prSet/>
      <dgm:spPr>
        <a:solidFill>
          <a:srgbClr val="002060"/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042C821-CEF7-5E4B-8605-3199B6FAD66F}" type="par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3526BB-240F-714C-880E-8AE76B11AA97}" type="sib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D95BCEDE-E1CE-A44C-9825-7E66212A2FA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2DF9293A-C119-D249-8FC4-63F3EC73CB70}" type="par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080A96D-D00F-B54C-BC29-67C931B5CFB6}" type="sib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5FAA1E9B-F895-5448-8F7D-A7B04D867629}" type="pres">
      <dgm:prSet presAssocID="{504A9C8F-D7A5-5F4F-87C3-DC0EE91426F7}" presName="Name0" presStyleCnt="0">
        <dgm:presLayoutVars>
          <dgm:dir/>
          <dgm:animLvl val="lvl"/>
          <dgm:resizeHandles val="exact"/>
        </dgm:presLayoutVars>
      </dgm:prSet>
      <dgm:spPr/>
    </dgm:pt>
    <dgm:pt modelId="{5049CF1A-DA39-0C40-B609-B1B0C4246FB0}" type="pres">
      <dgm:prSet presAssocID="{B3D099B4-4CAA-254E-A541-5E9A220AC7DE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6B55DC8-8223-3246-B1EB-095D97E0C2BF}" type="pres">
      <dgm:prSet presAssocID="{234C5922-3A56-3348-A90B-935B4D025877}" presName="parTxOnlySpace" presStyleCnt="0"/>
      <dgm:spPr/>
    </dgm:pt>
    <dgm:pt modelId="{AB7BC41F-4D0C-1746-A3E0-E1EF881399AA}" type="pres">
      <dgm:prSet presAssocID="{4E9230B2-198C-6B44-AF03-7235D55218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7F32A6-352F-024D-BA91-5AE3C3C78138}" type="pres">
      <dgm:prSet presAssocID="{425BA324-B7BB-4F4C-B75A-4EBB6F6A02B5}" presName="parTxOnlySpace" presStyleCnt="0"/>
      <dgm:spPr/>
    </dgm:pt>
    <dgm:pt modelId="{2CF8389F-E4C6-F34D-B190-2C0D8E7863E5}" type="pres">
      <dgm:prSet presAssocID="{989BA03A-95D7-9340-9BC4-71E94D4EF301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B3724BD-7024-A946-85A5-B68470971279}" type="pres">
      <dgm:prSet presAssocID="{26078014-218D-3040-B121-DED201E656D9}" presName="parTxOnlySpace" presStyleCnt="0"/>
      <dgm:spPr/>
    </dgm:pt>
    <dgm:pt modelId="{B757B0A2-BD80-ED4E-AE53-DACBCC6F9A9D}" type="pres">
      <dgm:prSet presAssocID="{E881CBE7-7466-AA41-9539-0DDC0C34F24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D3B8014-C199-C24F-A207-881762ED5CD6}" type="pres">
      <dgm:prSet presAssocID="{36F23306-3495-4C46-9615-7A8A5F971A99}" presName="parTxOnlySpace" presStyleCnt="0"/>
      <dgm:spPr/>
    </dgm:pt>
    <dgm:pt modelId="{BB38D5BC-AA81-8F4C-9623-42C1DF90153F}" type="pres">
      <dgm:prSet presAssocID="{EFD822C9-CB2E-4D4A-85F9-F3957958F36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807CE8A9-8D1F-4845-A2BC-031170E25278}" type="pres">
      <dgm:prSet presAssocID="{363526BB-240F-714C-880E-8AE76B11AA97}" presName="parTxOnlySpace" presStyleCnt="0"/>
      <dgm:spPr/>
    </dgm:pt>
    <dgm:pt modelId="{824B478D-83E0-4840-82A8-B86F7F628D61}" type="pres">
      <dgm:prSet presAssocID="{D95BCEDE-E1CE-A44C-9825-7E66212A2FA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6E90D21-ED1A-754E-A7DA-401CF11E59AA}" type="presOf" srcId="{EFD822C9-CB2E-4D4A-85F9-F3957958F36D}" destId="{BB38D5BC-AA81-8F4C-9623-42C1DF90153F}" srcOrd="0" destOrd="0" presId="urn:microsoft.com/office/officeart/2005/8/layout/chevron1"/>
    <dgm:cxn modelId="{9EED903C-1F15-2E47-9CE1-4AF25C0B0B04}" type="presOf" srcId="{B3D099B4-4CAA-254E-A541-5E9A220AC7DE}" destId="{5049CF1A-DA39-0C40-B609-B1B0C4246FB0}" srcOrd="0" destOrd="0" presId="urn:microsoft.com/office/officeart/2005/8/layout/chevron1"/>
    <dgm:cxn modelId="{B84F9741-5A44-C344-A548-E76E94189528}" srcId="{504A9C8F-D7A5-5F4F-87C3-DC0EE91426F7}" destId="{EFD822C9-CB2E-4D4A-85F9-F3957958F36D}" srcOrd="4" destOrd="0" parTransId="{F042C821-CEF7-5E4B-8605-3199B6FAD66F}" sibTransId="{363526BB-240F-714C-880E-8AE76B11AA97}"/>
    <dgm:cxn modelId="{2A25E672-2187-014A-861C-6E6F387DC07B}" srcId="{504A9C8F-D7A5-5F4F-87C3-DC0EE91426F7}" destId="{989BA03A-95D7-9340-9BC4-71E94D4EF301}" srcOrd="2" destOrd="0" parTransId="{8C51FFC3-B3D7-1244-B419-FED867072209}" sibTransId="{26078014-218D-3040-B121-DED201E656D9}"/>
    <dgm:cxn modelId="{51E72B7D-CBFC-524E-B3C4-DE208ABB34B4}" type="presOf" srcId="{E881CBE7-7466-AA41-9539-0DDC0C34F247}" destId="{B757B0A2-BD80-ED4E-AE53-DACBCC6F9A9D}" srcOrd="0" destOrd="0" presId="urn:microsoft.com/office/officeart/2005/8/layout/chevron1"/>
    <dgm:cxn modelId="{564DFF87-289E-6946-86A1-6AF3AA8FDCC9}" srcId="{504A9C8F-D7A5-5F4F-87C3-DC0EE91426F7}" destId="{D95BCEDE-E1CE-A44C-9825-7E66212A2FAE}" srcOrd="5" destOrd="0" parTransId="{2DF9293A-C119-D249-8FC4-63F3EC73CB70}" sibTransId="{4080A96D-D00F-B54C-BC29-67C931B5CFB6}"/>
    <dgm:cxn modelId="{4116408A-87A9-2A47-9DE7-4D9710874A06}" type="presOf" srcId="{D95BCEDE-E1CE-A44C-9825-7E66212A2FAE}" destId="{824B478D-83E0-4840-82A8-B86F7F628D61}" srcOrd="0" destOrd="0" presId="urn:microsoft.com/office/officeart/2005/8/layout/chevron1"/>
    <dgm:cxn modelId="{483EEF9B-255D-784B-898F-D8EDD6829C79}" type="presOf" srcId="{989BA03A-95D7-9340-9BC4-71E94D4EF301}" destId="{2CF8389F-E4C6-F34D-B190-2C0D8E7863E5}" srcOrd="0" destOrd="0" presId="urn:microsoft.com/office/officeart/2005/8/layout/chevron1"/>
    <dgm:cxn modelId="{DC85D9B1-233A-F14C-A5D6-4236A6D4863A}" srcId="{504A9C8F-D7A5-5F4F-87C3-DC0EE91426F7}" destId="{E881CBE7-7466-AA41-9539-0DDC0C34F247}" srcOrd="3" destOrd="0" parTransId="{F6616AF0-2D00-0B42-8EE7-4CD48F17F771}" sibTransId="{36F23306-3495-4C46-9615-7A8A5F971A99}"/>
    <dgm:cxn modelId="{70C23ECA-7AF1-0242-962E-173A75696372}" srcId="{504A9C8F-D7A5-5F4F-87C3-DC0EE91426F7}" destId="{4E9230B2-198C-6B44-AF03-7235D552188B}" srcOrd="1" destOrd="0" parTransId="{4B6B9D4C-EB40-2749-9BD6-350EBA0B7E7E}" sibTransId="{425BA324-B7BB-4F4C-B75A-4EBB6F6A02B5}"/>
    <dgm:cxn modelId="{87EAE9DA-B4AA-FC4C-9107-F11C21170483}" srcId="{504A9C8F-D7A5-5F4F-87C3-DC0EE91426F7}" destId="{B3D099B4-4CAA-254E-A541-5E9A220AC7DE}" srcOrd="0" destOrd="0" parTransId="{8F95D74B-9886-3B45-A3AC-774FFDBCD3AC}" sibTransId="{234C5922-3A56-3348-A90B-935B4D025877}"/>
    <dgm:cxn modelId="{6155C0DE-3FED-5744-A81C-55576C8AFA48}" type="presOf" srcId="{504A9C8F-D7A5-5F4F-87C3-DC0EE91426F7}" destId="{5FAA1E9B-F895-5448-8F7D-A7B04D867629}" srcOrd="0" destOrd="0" presId="urn:microsoft.com/office/officeart/2005/8/layout/chevron1"/>
    <dgm:cxn modelId="{585D2CFF-3071-784A-A674-5096078902D9}" type="presOf" srcId="{4E9230B2-198C-6B44-AF03-7235D552188B}" destId="{AB7BC41F-4D0C-1746-A3E0-E1EF881399AA}" srcOrd="0" destOrd="0" presId="urn:microsoft.com/office/officeart/2005/8/layout/chevron1"/>
    <dgm:cxn modelId="{57EBA789-C4C1-9948-BC07-553F6E4191CE}" type="presParOf" srcId="{5FAA1E9B-F895-5448-8F7D-A7B04D867629}" destId="{5049CF1A-DA39-0C40-B609-B1B0C4246FB0}" srcOrd="0" destOrd="0" presId="urn:microsoft.com/office/officeart/2005/8/layout/chevron1"/>
    <dgm:cxn modelId="{5D844CF2-6138-274B-A022-C312295A318B}" type="presParOf" srcId="{5FAA1E9B-F895-5448-8F7D-A7B04D867629}" destId="{66B55DC8-8223-3246-B1EB-095D97E0C2BF}" srcOrd="1" destOrd="0" presId="urn:microsoft.com/office/officeart/2005/8/layout/chevron1"/>
    <dgm:cxn modelId="{A92D8512-577B-0343-859A-C8636C58E5DE}" type="presParOf" srcId="{5FAA1E9B-F895-5448-8F7D-A7B04D867629}" destId="{AB7BC41F-4D0C-1746-A3E0-E1EF881399AA}" srcOrd="2" destOrd="0" presId="urn:microsoft.com/office/officeart/2005/8/layout/chevron1"/>
    <dgm:cxn modelId="{42FFD86F-0A3D-944A-A33E-6E2201CAC08B}" type="presParOf" srcId="{5FAA1E9B-F895-5448-8F7D-A7B04D867629}" destId="{197F32A6-352F-024D-BA91-5AE3C3C78138}" srcOrd="3" destOrd="0" presId="urn:microsoft.com/office/officeart/2005/8/layout/chevron1"/>
    <dgm:cxn modelId="{ED3C8A97-80C6-6E4D-8423-DEB1908F0562}" type="presParOf" srcId="{5FAA1E9B-F895-5448-8F7D-A7B04D867629}" destId="{2CF8389F-E4C6-F34D-B190-2C0D8E7863E5}" srcOrd="4" destOrd="0" presId="urn:microsoft.com/office/officeart/2005/8/layout/chevron1"/>
    <dgm:cxn modelId="{A42F5895-D334-6248-BD04-06BD693742AF}" type="presParOf" srcId="{5FAA1E9B-F895-5448-8F7D-A7B04D867629}" destId="{6B3724BD-7024-A946-85A5-B68470971279}" srcOrd="5" destOrd="0" presId="urn:microsoft.com/office/officeart/2005/8/layout/chevron1"/>
    <dgm:cxn modelId="{81481F0B-7EDA-6244-81AE-0E63E7B86FD8}" type="presParOf" srcId="{5FAA1E9B-F895-5448-8F7D-A7B04D867629}" destId="{B757B0A2-BD80-ED4E-AE53-DACBCC6F9A9D}" srcOrd="6" destOrd="0" presId="urn:microsoft.com/office/officeart/2005/8/layout/chevron1"/>
    <dgm:cxn modelId="{AFA3D8B6-0C94-A546-8BE4-FC83D97A5502}" type="presParOf" srcId="{5FAA1E9B-F895-5448-8F7D-A7B04D867629}" destId="{2D3B8014-C199-C24F-A207-881762ED5CD6}" srcOrd="7" destOrd="0" presId="urn:microsoft.com/office/officeart/2005/8/layout/chevron1"/>
    <dgm:cxn modelId="{270EDE8B-E17E-A541-B706-2FA7DD742384}" type="presParOf" srcId="{5FAA1E9B-F895-5448-8F7D-A7B04D867629}" destId="{BB38D5BC-AA81-8F4C-9623-42C1DF90153F}" srcOrd="8" destOrd="0" presId="urn:microsoft.com/office/officeart/2005/8/layout/chevron1"/>
    <dgm:cxn modelId="{2B08C8A6-ABA4-014A-8B13-8C982D4CC698}" type="presParOf" srcId="{5FAA1E9B-F895-5448-8F7D-A7B04D867629}" destId="{807CE8A9-8D1F-4845-A2BC-031170E25278}" srcOrd="9" destOrd="0" presId="urn:microsoft.com/office/officeart/2005/8/layout/chevron1"/>
    <dgm:cxn modelId="{0EDBC9A0-F4D8-F942-8864-092971F12E79}" type="presParOf" srcId="{5FAA1E9B-F895-5448-8F7D-A7B04D867629}" destId="{824B478D-83E0-4840-82A8-B86F7F628D6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4A9C8F-D7A5-5F4F-87C3-DC0EE91426F7}" type="doc">
      <dgm:prSet loTypeId="urn:microsoft.com/office/officeart/2005/8/layout/chevron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3D099B4-4CAA-254E-A541-5E9A220AC7DE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F95D74B-9886-3B45-A3AC-774FFDBCD3AC}" type="par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34C5922-3A56-3348-A90B-935B4D025877}" type="sibTrans" cxnId="{87EAE9DA-B4AA-FC4C-9107-F11C21170483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E9230B2-198C-6B44-AF03-7235D552188B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4B6B9D4C-EB40-2749-9BD6-350EBA0B7E7E}" type="par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25BA324-B7BB-4F4C-B75A-4EBB6F6A02B5}" type="sibTrans" cxnId="{70C23ECA-7AF1-0242-962E-173A75696372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989BA03A-95D7-9340-9BC4-71E94D4EF301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8C51FFC3-B3D7-1244-B419-FED867072209}" type="par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26078014-218D-3040-B121-DED201E656D9}" type="sibTrans" cxnId="{2A25E672-2187-014A-861C-6E6F387DC07B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881CBE7-7466-AA41-9539-0DDC0C34F247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6616AF0-2D00-0B42-8EE7-4CD48F17F771}" type="par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F23306-3495-4C46-9615-7A8A5F971A99}" type="sibTrans" cxnId="{DC85D9B1-233A-F14C-A5D6-4236A6D4863A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EFD822C9-CB2E-4D4A-85F9-F3957958F36D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F042C821-CEF7-5E4B-8605-3199B6FAD66F}" type="par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363526BB-240F-714C-880E-8AE76B11AA97}" type="sibTrans" cxnId="{B84F9741-5A44-C344-A548-E76E94189528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D95BCEDE-E1CE-A44C-9825-7E66212A2FAE}">
      <dgm:prSet/>
      <dgm:spPr>
        <a:solidFill>
          <a:srgbClr val="002060"/>
        </a:solidFill>
      </dgm:spPr>
      <dgm:t>
        <a:bodyPr/>
        <a:lstStyle/>
        <a:p>
          <a:r>
            <a: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gm:t>
    </dgm:pt>
    <dgm:pt modelId="{2DF9293A-C119-D249-8FC4-63F3EC73CB70}" type="par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4080A96D-D00F-B54C-BC29-67C931B5CFB6}" type="sibTrans" cxnId="{564DFF87-289E-6946-86A1-6AF3AA8FDCC9}">
      <dgm:prSet/>
      <dgm:spPr/>
      <dgm:t>
        <a:bodyPr/>
        <a:lstStyle/>
        <a:p>
          <a:endParaRPr lang="en-US">
            <a:latin typeface="에스코어 드림 5 Medium" panose="020B0503030302020204" pitchFamily="34" charset="-127"/>
            <a:ea typeface="에스코어 드림 5 Medium" panose="020B0503030302020204" pitchFamily="34" charset="-127"/>
          </a:endParaRPr>
        </a:p>
      </dgm:t>
    </dgm:pt>
    <dgm:pt modelId="{5FAA1E9B-F895-5448-8F7D-A7B04D867629}" type="pres">
      <dgm:prSet presAssocID="{504A9C8F-D7A5-5F4F-87C3-DC0EE91426F7}" presName="Name0" presStyleCnt="0">
        <dgm:presLayoutVars>
          <dgm:dir/>
          <dgm:animLvl val="lvl"/>
          <dgm:resizeHandles val="exact"/>
        </dgm:presLayoutVars>
      </dgm:prSet>
      <dgm:spPr/>
    </dgm:pt>
    <dgm:pt modelId="{5049CF1A-DA39-0C40-B609-B1B0C4246FB0}" type="pres">
      <dgm:prSet presAssocID="{B3D099B4-4CAA-254E-A541-5E9A220AC7DE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6B55DC8-8223-3246-B1EB-095D97E0C2BF}" type="pres">
      <dgm:prSet presAssocID="{234C5922-3A56-3348-A90B-935B4D025877}" presName="parTxOnlySpace" presStyleCnt="0"/>
      <dgm:spPr/>
    </dgm:pt>
    <dgm:pt modelId="{AB7BC41F-4D0C-1746-A3E0-E1EF881399AA}" type="pres">
      <dgm:prSet presAssocID="{4E9230B2-198C-6B44-AF03-7235D552188B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7F32A6-352F-024D-BA91-5AE3C3C78138}" type="pres">
      <dgm:prSet presAssocID="{425BA324-B7BB-4F4C-B75A-4EBB6F6A02B5}" presName="parTxOnlySpace" presStyleCnt="0"/>
      <dgm:spPr/>
    </dgm:pt>
    <dgm:pt modelId="{2CF8389F-E4C6-F34D-B190-2C0D8E7863E5}" type="pres">
      <dgm:prSet presAssocID="{989BA03A-95D7-9340-9BC4-71E94D4EF301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B3724BD-7024-A946-85A5-B68470971279}" type="pres">
      <dgm:prSet presAssocID="{26078014-218D-3040-B121-DED201E656D9}" presName="parTxOnlySpace" presStyleCnt="0"/>
      <dgm:spPr/>
    </dgm:pt>
    <dgm:pt modelId="{B757B0A2-BD80-ED4E-AE53-DACBCC6F9A9D}" type="pres">
      <dgm:prSet presAssocID="{E881CBE7-7466-AA41-9539-0DDC0C34F247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D3B8014-C199-C24F-A207-881762ED5CD6}" type="pres">
      <dgm:prSet presAssocID="{36F23306-3495-4C46-9615-7A8A5F971A99}" presName="parTxOnlySpace" presStyleCnt="0"/>
      <dgm:spPr/>
    </dgm:pt>
    <dgm:pt modelId="{BB38D5BC-AA81-8F4C-9623-42C1DF90153F}" type="pres">
      <dgm:prSet presAssocID="{EFD822C9-CB2E-4D4A-85F9-F3957958F36D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807CE8A9-8D1F-4845-A2BC-031170E25278}" type="pres">
      <dgm:prSet presAssocID="{363526BB-240F-714C-880E-8AE76B11AA97}" presName="parTxOnlySpace" presStyleCnt="0"/>
      <dgm:spPr/>
    </dgm:pt>
    <dgm:pt modelId="{824B478D-83E0-4840-82A8-B86F7F628D61}" type="pres">
      <dgm:prSet presAssocID="{D95BCEDE-E1CE-A44C-9825-7E66212A2FAE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6E90D21-ED1A-754E-A7DA-401CF11E59AA}" type="presOf" srcId="{EFD822C9-CB2E-4D4A-85F9-F3957958F36D}" destId="{BB38D5BC-AA81-8F4C-9623-42C1DF90153F}" srcOrd="0" destOrd="0" presId="urn:microsoft.com/office/officeart/2005/8/layout/chevron1"/>
    <dgm:cxn modelId="{9EED903C-1F15-2E47-9CE1-4AF25C0B0B04}" type="presOf" srcId="{B3D099B4-4CAA-254E-A541-5E9A220AC7DE}" destId="{5049CF1A-DA39-0C40-B609-B1B0C4246FB0}" srcOrd="0" destOrd="0" presId="urn:microsoft.com/office/officeart/2005/8/layout/chevron1"/>
    <dgm:cxn modelId="{B84F9741-5A44-C344-A548-E76E94189528}" srcId="{504A9C8F-D7A5-5F4F-87C3-DC0EE91426F7}" destId="{EFD822C9-CB2E-4D4A-85F9-F3957958F36D}" srcOrd="4" destOrd="0" parTransId="{F042C821-CEF7-5E4B-8605-3199B6FAD66F}" sibTransId="{363526BB-240F-714C-880E-8AE76B11AA97}"/>
    <dgm:cxn modelId="{2A25E672-2187-014A-861C-6E6F387DC07B}" srcId="{504A9C8F-D7A5-5F4F-87C3-DC0EE91426F7}" destId="{989BA03A-95D7-9340-9BC4-71E94D4EF301}" srcOrd="2" destOrd="0" parTransId="{8C51FFC3-B3D7-1244-B419-FED867072209}" sibTransId="{26078014-218D-3040-B121-DED201E656D9}"/>
    <dgm:cxn modelId="{51E72B7D-CBFC-524E-B3C4-DE208ABB34B4}" type="presOf" srcId="{E881CBE7-7466-AA41-9539-0DDC0C34F247}" destId="{B757B0A2-BD80-ED4E-AE53-DACBCC6F9A9D}" srcOrd="0" destOrd="0" presId="urn:microsoft.com/office/officeart/2005/8/layout/chevron1"/>
    <dgm:cxn modelId="{564DFF87-289E-6946-86A1-6AF3AA8FDCC9}" srcId="{504A9C8F-D7A5-5F4F-87C3-DC0EE91426F7}" destId="{D95BCEDE-E1CE-A44C-9825-7E66212A2FAE}" srcOrd="5" destOrd="0" parTransId="{2DF9293A-C119-D249-8FC4-63F3EC73CB70}" sibTransId="{4080A96D-D00F-B54C-BC29-67C931B5CFB6}"/>
    <dgm:cxn modelId="{4116408A-87A9-2A47-9DE7-4D9710874A06}" type="presOf" srcId="{D95BCEDE-E1CE-A44C-9825-7E66212A2FAE}" destId="{824B478D-83E0-4840-82A8-B86F7F628D61}" srcOrd="0" destOrd="0" presId="urn:microsoft.com/office/officeart/2005/8/layout/chevron1"/>
    <dgm:cxn modelId="{483EEF9B-255D-784B-898F-D8EDD6829C79}" type="presOf" srcId="{989BA03A-95D7-9340-9BC4-71E94D4EF301}" destId="{2CF8389F-E4C6-F34D-B190-2C0D8E7863E5}" srcOrd="0" destOrd="0" presId="urn:microsoft.com/office/officeart/2005/8/layout/chevron1"/>
    <dgm:cxn modelId="{DC85D9B1-233A-F14C-A5D6-4236A6D4863A}" srcId="{504A9C8F-D7A5-5F4F-87C3-DC0EE91426F7}" destId="{E881CBE7-7466-AA41-9539-0DDC0C34F247}" srcOrd="3" destOrd="0" parTransId="{F6616AF0-2D00-0B42-8EE7-4CD48F17F771}" sibTransId="{36F23306-3495-4C46-9615-7A8A5F971A99}"/>
    <dgm:cxn modelId="{70C23ECA-7AF1-0242-962E-173A75696372}" srcId="{504A9C8F-D7A5-5F4F-87C3-DC0EE91426F7}" destId="{4E9230B2-198C-6B44-AF03-7235D552188B}" srcOrd="1" destOrd="0" parTransId="{4B6B9D4C-EB40-2749-9BD6-350EBA0B7E7E}" sibTransId="{425BA324-B7BB-4F4C-B75A-4EBB6F6A02B5}"/>
    <dgm:cxn modelId="{87EAE9DA-B4AA-FC4C-9107-F11C21170483}" srcId="{504A9C8F-D7A5-5F4F-87C3-DC0EE91426F7}" destId="{B3D099B4-4CAA-254E-A541-5E9A220AC7DE}" srcOrd="0" destOrd="0" parTransId="{8F95D74B-9886-3B45-A3AC-774FFDBCD3AC}" sibTransId="{234C5922-3A56-3348-A90B-935B4D025877}"/>
    <dgm:cxn modelId="{6155C0DE-3FED-5744-A81C-55576C8AFA48}" type="presOf" srcId="{504A9C8F-D7A5-5F4F-87C3-DC0EE91426F7}" destId="{5FAA1E9B-F895-5448-8F7D-A7B04D867629}" srcOrd="0" destOrd="0" presId="urn:microsoft.com/office/officeart/2005/8/layout/chevron1"/>
    <dgm:cxn modelId="{585D2CFF-3071-784A-A674-5096078902D9}" type="presOf" srcId="{4E9230B2-198C-6B44-AF03-7235D552188B}" destId="{AB7BC41F-4D0C-1746-A3E0-E1EF881399AA}" srcOrd="0" destOrd="0" presId="urn:microsoft.com/office/officeart/2005/8/layout/chevron1"/>
    <dgm:cxn modelId="{57EBA789-C4C1-9948-BC07-553F6E4191CE}" type="presParOf" srcId="{5FAA1E9B-F895-5448-8F7D-A7B04D867629}" destId="{5049CF1A-DA39-0C40-B609-B1B0C4246FB0}" srcOrd="0" destOrd="0" presId="urn:microsoft.com/office/officeart/2005/8/layout/chevron1"/>
    <dgm:cxn modelId="{5D844CF2-6138-274B-A022-C312295A318B}" type="presParOf" srcId="{5FAA1E9B-F895-5448-8F7D-A7B04D867629}" destId="{66B55DC8-8223-3246-B1EB-095D97E0C2BF}" srcOrd="1" destOrd="0" presId="urn:microsoft.com/office/officeart/2005/8/layout/chevron1"/>
    <dgm:cxn modelId="{A92D8512-577B-0343-859A-C8636C58E5DE}" type="presParOf" srcId="{5FAA1E9B-F895-5448-8F7D-A7B04D867629}" destId="{AB7BC41F-4D0C-1746-A3E0-E1EF881399AA}" srcOrd="2" destOrd="0" presId="urn:microsoft.com/office/officeart/2005/8/layout/chevron1"/>
    <dgm:cxn modelId="{42FFD86F-0A3D-944A-A33E-6E2201CAC08B}" type="presParOf" srcId="{5FAA1E9B-F895-5448-8F7D-A7B04D867629}" destId="{197F32A6-352F-024D-BA91-5AE3C3C78138}" srcOrd="3" destOrd="0" presId="urn:microsoft.com/office/officeart/2005/8/layout/chevron1"/>
    <dgm:cxn modelId="{ED3C8A97-80C6-6E4D-8423-DEB1908F0562}" type="presParOf" srcId="{5FAA1E9B-F895-5448-8F7D-A7B04D867629}" destId="{2CF8389F-E4C6-F34D-B190-2C0D8E7863E5}" srcOrd="4" destOrd="0" presId="urn:microsoft.com/office/officeart/2005/8/layout/chevron1"/>
    <dgm:cxn modelId="{A42F5895-D334-6248-BD04-06BD693742AF}" type="presParOf" srcId="{5FAA1E9B-F895-5448-8F7D-A7B04D867629}" destId="{6B3724BD-7024-A946-85A5-B68470971279}" srcOrd="5" destOrd="0" presId="urn:microsoft.com/office/officeart/2005/8/layout/chevron1"/>
    <dgm:cxn modelId="{81481F0B-7EDA-6244-81AE-0E63E7B86FD8}" type="presParOf" srcId="{5FAA1E9B-F895-5448-8F7D-A7B04D867629}" destId="{B757B0A2-BD80-ED4E-AE53-DACBCC6F9A9D}" srcOrd="6" destOrd="0" presId="urn:microsoft.com/office/officeart/2005/8/layout/chevron1"/>
    <dgm:cxn modelId="{AFA3D8B6-0C94-A546-8BE4-FC83D97A5502}" type="presParOf" srcId="{5FAA1E9B-F895-5448-8F7D-A7B04D867629}" destId="{2D3B8014-C199-C24F-A207-881762ED5CD6}" srcOrd="7" destOrd="0" presId="urn:microsoft.com/office/officeart/2005/8/layout/chevron1"/>
    <dgm:cxn modelId="{270EDE8B-E17E-A541-B706-2FA7DD742384}" type="presParOf" srcId="{5FAA1E9B-F895-5448-8F7D-A7B04D867629}" destId="{BB38D5BC-AA81-8F4C-9623-42C1DF90153F}" srcOrd="8" destOrd="0" presId="urn:microsoft.com/office/officeart/2005/8/layout/chevron1"/>
    <dgm:cxn modelId="{2B08C8A6-ABA4-014A-8B13-8C982D4CC698}" type="presParOf" srcId="{5FAA1E9B-F895-5448-8F7D-A7B04D867629}" destId="{807CE8A9-8D1F-4845-A2BC-031170E25278}" srcOrd="9" destOrd="0" presId="urn:microsoft.com/office/officeart/2005/8/layout/chevron1"/>
    <dgm:cxn modelId="{0EDBC9A0-F4D8-F942-8864-092971F12E79}" type="presParOf" srcId="{5FAA1E9B-F895-5448-8F7D-A7B04D867629}" destId="{824B478D-83E0-4840-82A8-B86F7F628D61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9CF1A-DA39-0C40-B609-B1B0C4246FB0}">
      <dsp:nvSpPr>
        <dsp:cNvPr id="0" name=""/>
        <dsp:cNvSpPr/>
      </dsp:nvSpPr>
      <dsp:spPr>
        <a:xfrm>
          <a:off x="4510" y="0"/>
          <a:ext cx="1677793" cy="473841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241431" y="0"/>
        <a:ext cx="1203952" cy="473841"/>
      </dsp:txXfrm>
    </dsp:sp>
    <dsp:sp modelId="{AB7BC41F-4D0C-1746-A3E0-E1EF881399AA}">
      <dsp:nvSpPr>
        <dsp:cNvPr id="0" name=""/>
        <dsp:cNvSpPr/>
      </dsp:nvSpPr>
      <dsp:spPr>
        <a:xfrm>
          <a:off x="1514524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1751445" y="0"/>
        <a:ext cx="1203952" cy="473841"/>
      </dsp:txXfrm>
    </dsp:sp>
    <dsp:sp modelId="{2CF8389F-E4C6-F34D-B190-2C0D8E7863E5}">
      <dsp:nvSpPr>
        <dsp:cNvPr id="0" name=""/>
        <dsp:cNvSpPr/>
      </dsp:nvSpPr>
      <dsp:spPr>
        <a:xfrm>
          <a:off x="3024539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3261460" y="0"/>
        <a:ext cx="1203952" cy="473841"/>
      </dsp:txXfrm>
    </dsp:sp>
    <dsp:sp modelId="{B757B0A2-BD80-ED4E-AE53-DACBCC6F9A9D}">
      <dsp:nvSpPr>
        <dsp:cNvPr id="0" name=""/>
        <dsp:cNvSpPr/>
      </dsp:nvSpPr>
      <dsp:spPr>
        <a:xfrm>
          <a:off x="4534553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4771474" y="0"/>
        <a:ext cx="1203952" cy="473841"/>
      </dsp:txXfrm>
    </dsp:sp>
    <dsp:sp modelId="{BB38D5BC-AA81-8F4C-9623-42C1DF90153F}">
      <dsp:nvSpPr>
        <dsp:cNvPr id="0" name=""/>
        <dsp:cNvSpPr/>
      </dsp:nvSpPr>
      <dsp:spPr>
        <a:xfrm>
          <a:off x="6044568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6281489" y="0"/>
        <a:ext cx="1203952" cy="473841"/>
      </dsp:txXfrm>
    </dsp:sp>
    <dsp:sp modelId="{824B478D-83E0-4840-82A8-B86F7F628D61}">
      <dsp:nvSpPr>
        <dsp:cNvPr id="0" name=""/>
        <dsp:cNvSpPr/>
      </dsp:nvSpPr>
      <dsp:spPr>
        <a:xfrm>
          <a:off x="7554582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7791503" y="0"/>
        <a:ext cx="1203952" cy="473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9CF1A-DA39-0C40-B609-B1B0C4246FB0}">
      <dsp:nvSpPr>
        <dsp:cNvPr id="0" name=""/>
        <dsp:cNvSpPr/>
      </dsp:nvSpPr>
      <dsp:spPr>
        <a:xfrm>
          <a:off x="4510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241431" y="0"/>
        <a:ext cx="1203952" cy="473841"/>
      </dsp:txXfrm>
    </dsp:sp>
    <dsp:sp modelId="{AB7BC41F-4D0C-1746-A3E0-E1EF881399AA}">
      <dsp:nvSpPr>
        <dsp:cNvPr id="0" name=""/>
        <dsp:cNvSpPr/>
      </dsp:nvSpPr>
      <dsp:spPr>
        <a:xfrm>
          <a:off x="1514524" y="0"/>
          <a:ext cx="1677793" cy="473841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1751445" y="0"/>
        <a:ext cx="1203952" cy="473841"/>
      </dsp:txXfrm>
    </dsp:sp>
    <dsp:sp modelId="{2CF8389F-E4C6-F34D-B190-2C0D8E7863E5}">
      <dsp:nvSpPr>
        <dsp:cNvPr id="0" name=""/>
        <dsp:cNvSpPr/>
      </dsp:nvSpPr>
      <dsp:spPr>
        <a:xfrm>
          <a:off x="3024539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3261460" y="0"/>
        <a:ext cx="1203952" cy="473841"/>
      </dsp:txXfrm>
    </dsp:sp>
    <dsp:sp modelId="{B757B0A2-BD80-ED4E-AE53-DACBCC6F9A9D}">
      <dsp:nvSpPr>
        <dsp:cNvPr id="0" name=""/>
        <dsp:cNvSpPr/>
      </dsp:nvSpPr>
      <dsp:spPr>
        <a:xfrm>
          <a:off x="4534553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4771474" y="0"/>
        <a:ext cx="1203952" cy="473841"/>
      </dsp:txXfrm>
    </dsp:sp>
    <dsp:sp modelId="{BB38D5BC-AA81-8F4C-9623-42C1DF90153F}">
      <dsp:nvSpPr>
        <dsp:cNvPr id="0" name=""/>
        <dsp:cNvSpPr/>
      </dsp:nvSpPr>
      <dsp:spPr>
        <a:xfrm>
          <a:off x="6044568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6281489" y="0"/>
        <a:ext cx="1203952" cy="473841"/>
      </dsp:txXfrm>
    </dsp:sp>
    <dsp:sp modelId="{824B478D-83E0-4840-82A8-B86F7F628D61}">
      <dsp:nvSpPr>
        <dsp:cNvPr id="0" name=""/>
        <dsp:cNvSpPr/>
      </dsp:nvSpPr>
      <dsp:spPr>
        <a:xfrm>
          <a:off x="7554582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7791503" y="0"/>
        <a:ext cx="1203952" cy="473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9CF1A-DA39-0C40-B609-B1B0C4246FB0}">
      <dsp:nvSpPr>
        <dsp:cNvPr id="0" name=""/>
        <dsp:cNvSpPr/>
      </dsp:nvSpPr>
      <dsp:spPr>
        <a:xfrm>
          <a:off x="4510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241431" y="0"/>
        <a:ext cx="1203952" cy="473841"/>
      </dsp:txXfrm>
    </dsp:sp>
    <dsp:sp modelId="{AB7BC41F-4D0C-1746-A3E0-E1EF881399AA}">
      <dsp:nvSpPr>
        <dsp:cNvPr id="0" name=""/>
        <dsp:cNvSpPr/>
      </dsp:nvSpPr>
      <dsp:spPr>
        <a:xfrm>
          <a:off x="1514524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1751445" y="0"/>
        <a:ext cx="1203952" cy="473841"/>
      </dsp:txXfrm>
    </dsp:sp>
    <dsp:sp modelId="{2CF8389F-E4C6-F34D-B190-2C0D8E7863E5}">
      <dsp:nvSpPr>
        <dsp:cNvPr id="0" name=""/>
        <dsp:cNvSpPr/>
      </dsp:nvSpPr>
      <dsp:spPr>
        <a:xfrm>
          <a:off x="3024539" y="0"/>
          <a:ext cx="1677793" cy="473841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3261460" y="0"/>
        <a:ext cx="1203952" cy="473841"/>
      </dsp:txXfrm>
    </dsp:sp>
    <dsp:sp modelId="{B757B0A2-BD80-ED4E-AE53-DACBCC6F9A9D}">
      <dsp:nvSpPr>
        <dsp:cNvPr id="0" name=""/>
        <dsp:cNvSpPr/>
      </dsp:nvSpPr>
      <dsp:spPr>
        <a:xfrm>
          <a:off x="4534553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4771474" y="0"/>
        <a:ext cx="1203952" cy="473841"/>
      </dsp:txXfrm>
    </dsp:sp>
    <dsp:sp modelId="{BB38D5BC-AA81-8F4C-9623-42C1DF90153F}">
      <dsp:nvSpPr>
        <dsp:cNvPr id="0" name=""/>
        <dsp:cNvSpPr/>
      </dsp:nvSpPr>
      <dsp:spPr>
        <a:xfrm>
          <a:off x="6044568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6281489" y="0"/>
        <a:ext cx="1203952" cy="473841"/>
      </dsp:txXfrm>
    </dsp:sp>
    <dsp:sp modelId="{824B478D-83E0-4840-82A8-B86F7F628D61}">
      <dsp:nvSpPr>
        <dsp:cNvPr id="0" name=""/>
        <dsp:cNvSpPr/>
      </dsp:nvSpPr>
      <dsp:spPr>
        <a:xfrm>
          <a:off x="7554582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7791503" y="0"/>
        <a:ext cx="1203952" cy="4738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9CF1A-DA39-0C40-B609-B1B0C4246FB0}">
      <dsp:nvSpPr>
        <dsp:cNvPr id="0" name=""/>
        <dsp:cNvSpPr/>
      </dsp:nvSpPr>
      <dsp:spPr>
        <a:xfrm>
          <a:off x="4510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241431" y="0"/>
        <a:ext cx="1203952" cy="473841"/>
      </dsp:txXfrm>
    </dsp:sp>
    <dsp:sp modelId="{AB7BC41F-4D0C-1746-A3E0-E1EF881399AA}">
      <dsp:nvSpPr>
        <dsp:cNvPr id="0" name=""/>
        <dsp:cNvSpPr/>
      </dsp:nvSpPr>
      <dsp:spPr>
        <a:xfrm>
          <a:off x="1514524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1751445" y="0"/>
        <a:ext cx="1203952" cy="473841"/>
      </dsp:txXfrm>
    </dsp:sp>
    <dsp:sp modelId="{2CF8389F-E4C6-F34D-B190-2C0D8E7863E5}">
      <dsp:nvSpPr>
        <dsp:cNvPr id="0" name=""/>
        <dsp:cNvSpPr/>
      </dsp:nvSpPr>
      <dsp:spPr>
        <a:xfrm>
          <a:off x="3024539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3261460" y="0"/>
        <a:ext cx="1203952" cy="473841"/>
      </dsp:txXfrm>
    </dsp:sp>
    <dsp:sp modelId="{B757B0A2-BD80-ED4E-AE53-DACBCC6F9A9D}">
      <dsp:nvSpPr>
        <dsp:cNvPr id="0" name=""/>
        <dsp:cNvSpPr/>
      </dsp:nvSpPr>
      <dsp:spPr>
        <a:xfrm>
          <a:off x="4534553" y="0"/>
          <a:ext cx="1677793" cy="473841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4771474" y="0"/>
        <a:ext cx="1203952" cy="473841"/>
      </dsp:txXfrm>
    </dsp:sp>
    <dsp:sp modelId="{BB38D5BC-AA81-8F4C-9623-42C1DF90153F}">
      <dsp:nvSpPr>
        <dsp:cNvPr id="0" name=""/>
        <dsp:cNvSpPr/>
      </dsp:nvSpPr>
      <dsp:spPr>
        <a:xfrm>
          <a:off x="6044568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6281489" y="0"/>
        <a:ext cx="1203952" cy="473841"/>
      </dsp:txXfrm>
    </dsp:sp>
    <dsp:sp modelId="{824B478D-83E0-4840-82A8-B86F7F628D61}">
      <dsp:nvSpPr>
        <dsp:cNvPr id="0" name=""/>
        <dsp:cNvSpPr/>
      </dsp:nvSpPr>
      <dsp:spPr>
        <a:xfrm>
          <a:off x="7554582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7791503" y="0"/>
        <a:ext cx="1203952" cy="4738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9CF1A-DA39-0C40-B609-B1B0C4246FB0}">
      <dsp:nvSpPr>
        <dsp:cNvPr id="0" name=""/>
        <dsp:cNvSpPr/>
      </dsp:nvSpPr>
      <dsp:spPr>
        <a:xfrm>
          <a:off x="4510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241431" y="0"/>
        <a:ext cx="1203952" cy="473841"/>
      </dsp:txXfrm>
    </dsp:sp>
    <dsp:sp modelId="{AB7BC41F-4D0C-1746-A3E0-E1EF881399AA}">
      <dsp:nvSpPr>
        <dsp:cNvPr id="0" name=""/>
        <dsp:cNvSpPr/>
      </dsp:nvSpPr>
      <dsp:spPr>
        <a:xfrm>
          <a:off x="1514524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1751445" y="0"/>
        <a:ext cx="1203952" cy="473841"/>
      </dsp:txXfrm>
    </dsp:sp>
    <dsp:sp modelId="{2CF8389F-E4C6-F34D-B190-2C0D8E7863E5}">
      <dsp:nvSpPr>
        <dsp:cNvPr id="0" name=""/>
        <dsp:cNvSpPr/>
      </dsp:nvSpPr>
      <dsp:spPr>
        <a:xfrm>
          <a:off x="3024539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3261460" y="0"/>
        <a:ext cx="1203952" cy="473841"/>
      </dsp:txXfrm>
    </dsp:sp>
    <dsp:sp modelId="{B757B0A2-BD80-ED4E-AE53-DACBCC6F9A9D}">
      <dsp:nvSpPr>
        <dsp:cNvPr id="0" name=""/>
        <dsp:cNvSpPr/>
      </dsp:nvSpPr>
      <dsp:spPr>
        <a:xfrm>
          <a:off x="4534553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4771474" y="0"/>
        <a:ext cx="1203952" cy="473841"/>
      </dsp:txXfrm>
    </dsp:sp>
    <dsp:sp modelId="{BB38D5BC-AA81-8F4C-9623-42C1DF90153F}">
      <dsp:nvSpPr>
        <dsp:cNvPr id="0" name=""/>
        <dsp:cNvSpPr/>
      </dsp:nvSpPr>
      <dsp:spPr>
        <a:xfrm>
          <a:off x="6044568" y="0"/>
          <a:ext cx="1677793" cy="473841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6281489" y="0"/>
        <a:ext cx="1203952" cy="473841"/>
      </dsp:txXfrm>
    </dsp:sp>
    <dsp:sp modelId="{824B478D-83E0-4840-82A8-B86F7F628D61}">
      <dsp:nvSpPr>
        <dsp:cNvPr id="0" name=""/>
        <dsp:cNvSpPr/>
      </dsp:nvSpPr>
      <dsp:spPr>
        <a:xfrm>
          <a:off x="7554582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7791503" y="0"/>
        <a:ext cx="1203952" cy="4738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9CF1A-DA39-0C40-B609-B1B0C4246FB0}">
      <dsp:nvSpPr>
        <dsp:cNvPr id="0" name=""/>
        <dsp:cNvSpPr/>
      </dsp:nvSpPr>
      <dsp:spPr>
        <a:xfrm>
          <a:off x="4510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1.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숫자 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통계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241431" y="0"/>
        <a:ext cx="1203952" cy="473841"/>
      </dsp:txXfrm>
    </dsp:sp>
    <dsp:sp modelId="{AB7BC41F-4D0C-1746-A3E0-E1EF881399AA}">
      <dsp:nvSpPr>
        <dsp:cNvPr id="0" name=""/>
        <dsp:cNvSpPr/>
      </dsp:nvSpPr>
      <dsp:spPr>
        <a:xfrm>
          <a:off x="1514524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2.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비유 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1751445" y="0"/>
        <a:ext cx="1203952" cy="473841"/>
      </dsp:txXfrm>
    </dsp:sp>
    <dsp:sp modelId="{2CF8389F-E4C6-F34D-B190-2C0D8E7863E5}">
      <dsp:nvSpPr>
        <dsp:cNvPr id="0" name=""/>
        <dsp:cNvSpPr/>
      </dsp:nvSpPr>
      <dsp:spPr>
        <a:xfrm>
          <a:off x="3024539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3.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비교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3261460" y="0"/>
        <a:ext cx="1203952" cy="473841"/>
      </dsp:txXfrm>
    </dsp:sp>
    <dsp:sp modelId="{B757B0A2-BD80-ED4E-AE53-DACBCC6F9A9D}">
      <dsp:nvSpPr>
        <dsp:cNvPr id="0" name=""/>
        <dsp:cNvSpPr/>
      </dsp:nvSpPr>
      <dsp:spPr>
        <a:xfrm>
          <a:off x="4534553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4.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사례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사건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4771474" y="0"/>
        <a:ext cx="1203952" cy="473841"/>
      </dsp:txXfrm>
    </dsp:sp>
    <dsp:sp modelId="{BB38D5BC-AA81-8F4C-9623-42C1DF90153F}">
      <dsp:nvSpPr>
        <dsp:cNvPr id="0" name=""/>
        <dsp:cNvSpPr/>
      </dsp:nvSpPr>
      <dsp:spPr>
        <a:xfrm>
          <a:off x="6044568" y="0"/>
          <a:ext cx="1677793" cy="473841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5.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인용</a:t>
          </a:r>
          <a:r>
            <a:rPr 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/</a:t>
          </a:r>
          <a:r>
            <a:rPr 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인물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6281489" y="0"/>
        <a:ext cx="1203952" cy="473841"/>
      </dsp:txXfrm>
    </dsp:sp>
    <dsp:sp modelId="{824B478D-83E0-4840-82A8-B86F7F628D61}">
      <dsp:nvSpPr>
        <dsp:cNvPr id="0" name=""/>
        <dsp:cNvSpPr/>
      </dsp:nvSpPr>
      <dsp:spPr>
        <a:xfrm>
          <a:off x="7554582" y="0"/>
          <a:ext cx="1677793" cy="473841"/>
        </a:xfrm>
        <a:prstGeom prst="chevron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6.</a:t>
          </a:r>
          <a:r>
            <a:rPr lang="ko-KR" altLang="en-US" sz="1400" kern="1200" dirty="0">
              <a:latin typeface="G마켓 산스 Medium" panose="02000000000000000000" pitchFamily="50" charset="-127"/>
              <a:ea typeface="G마켓 산스 Medium" panose="02000000000000000000" pitchFamily="50" charset="-127"/>
            </a:rPr>
            <a:t> 언어 유희</a:t>
          </a:r>
          <a:endParaRPr lang="en-KR" sz="1400" kern="1200" dirty="0">
            <a:latin typeface="G마켓 산스 Medium" panose="02000000000000000000" pitchFamily="50" charset="-127"/>
            <a:ea typeface="G마켓 산스 Medium" panose="02000000000000000000" pitchFamily="50" charset="-127"/>
          </a:endParaRPr>
        </a:p>
      </dsp:txBody>
      <dsp:txXfrm>
        <a:off x="7791503" y="0"/>
        <a:ext cx="1203952" cy="473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FBECD36B-6611-49C7-A03E-256B9C488A0D}" type="datetimeFigureOut">
              <a:rPr lang="ko-KR" altLang="en-US" smtClean="0"/>
              <a:pPr/>
              <a:t>2026-03-19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31B55DEE-2089-4AFA-B28C-DF86AB23395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38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Medium" panose="02000000000000000000" pitchFamily="50" charset="-127"/>
        <a:ea typeface="G마켓 산스 Medium" panose="020000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Medium" panose="02000000000000000000" pitchFamily="50" charset="-127"/>
        <a:ea typeface="G마켓 산스 Medium" panose="020000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Medium" panose="02000000000000000000" pitchFamily="50" charset="-127"/>
        <a:ea typeface="G마켓 산스 Medium" panose="020000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Medium" panose="02000000000000000000" pitchFamily="50" charset="-127"/>
        <a:ea typeface="G마켓 산스 Medium" panose="020000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Medium" panose="02000000000000000000" pitchFamily="50" charset="-127"/>
        <a:ea typeface="G마켓 산스 Medium" panose="020000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630880F-6BD5-49C2-B2C4-035D9A46C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5C98E1D-6EE8-45F9-97B1-5CBB0A36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8A606F-D16D-4C13-AF16-68909A45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0FB44398-B0A2-4F4F-B1C2-0A402A304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3D6FE24-6916-4567-B192-5DA503F4B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A783DCF3-F44E-4D4B-A38E-12D49AFC9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1991C28-4953-450E-9D9A-5480631AE2CB}" type="slidenum">
              <a:rPr kumimoji="0" lang="ko-KR" altLang="en-US" sz="120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BarunGothicOTF Regular"/>
              </a:rPr>
              <a:pPr/>
              <a:t>2</a:t>
            </a:fld>
            <a:endParaRPr kumimoji="0" lang="ko-KR" altLang="en-US" sz="1200" dirty="0">
              <a:solidFill>
                <a:srgbClr val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BarunGothicOTF Regula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5938"/>
            <a:ext cx="4592638" cy="2584450"/>
          </a:xfrm>
        </p:spPr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7143" latinLnBrk="0">
              <a:defRPr/>
            </a:pPr>
            <a:r>
              <a:rPr lang="sv-SE" dirty="0"/>
              <a:t>Svorse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DFDE-44BE-4C68-B0D6-0818636393AB}" type="slidenum">
              <a:rPr lang="sv-SE" smtClean="0"/>
              <a:pPr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6146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630880F-6BD5-49C2-B2C4-035D9A46C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5C98E1D-6EE8-45F9-97B1-5CBB0A36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8A606F-D16D-4C13-AF16-68909A45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EF294-9482-4D60-852A-71BD2B10A8D3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315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 시민 사회 이야기를 듣지 않는다</a:t>
            </a:r>
            <a:r>
              <a:rPr lang="en-US" altLang="ko-KR" dirty="0"/>
              <a:t>.-&gt;</a:t>
            </a:r>
            <a:r>
              <a:rPr lang="ko-KR" altLang="en-US" dirty="0"/>
              <a:t> 청와대가 직접 전국 권역 단체장</a:t>
            </a:r>
            <a:r>
              <a:rPr lang="en-US" altLang="ko-KR" dirty="0"/>
              <a:t>,</a:t>
            </a:r>
            <a:r>
              <a:rPr lang="ko-KR" altLang="en-US" dirty="0"/>
              <a:t> 종교</a:t>
            </a:r>
            <a:r>
              <a:rPr lang="en-US" altLang="ko-KR" dirty="0"/>
              <a:t>,</a:t>
            </a:r>
            <a:r>
              <a:rPr lang="ko-KR" altLang="en-US" dirty="0"/>
              <a:t> 민간 단체 지도자 직접 만나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4528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4454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817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406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4299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637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688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18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768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8289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세상을 바라보는 눈 두 가지를 정립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0996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세상을 바라보는 눈 두 가지를 정립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3373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세상을 바라보는 눈 두 가지를 정립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7052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630880F-6BD5-49C2-B2C4-035D9A46C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5C98E1D-6EE8-45F9-97B1-5CBB0A36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8A606F-D16D-4C13-AF16-68909A45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EF294-9482-4D60-852A-71BD2B10A8D3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9641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소리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07AE1B-E781-425F-A4D9-511BC8B391D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609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07AE1B-E781-425F-A4D9-511BC8B391D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535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07AE1B-E781-425F-A4D9-511BC8B391D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171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개인적으로 가장 맘에 들었던</a:t>
            </a:r>
            <a:r>
              <a:rPr lang="en-US" altLang="ko-KR" dirty="0"/>
              <a:t>… </a:t>
            </a:r>
            <a:r>
              <a:rPr lang="ko-KR" altLang="en-US" dirty="0"/>
              <a:t>기억에 남는 제목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모든 제목이 다 컨셉적이지는 않지만</a:t>
            </a:r>
            <a:r>
              <a:rPr lang="en-US" altLang="ko-KR" dirty="0"/>
              <a:t>,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07AE1B-E781-425F-A4D9-511BC8B391D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521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존재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07AE1B-E781-425F-A4D9-511BC8B391D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Light" panose="02000000000000000000" pitchFamily="50" charset="-127"/>
                <a:ea typeface="G마켓 산스 Light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7970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630880F-6BD5-49C2-B2C4-035D9A46C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5C98E1D-6EE8-45F9-97B1-5CBB0A36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8A606F-D16D-4C13-AF16-68909A45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EF294-9482-4D60-852A-71BD2B10A8D3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7369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630880F-6BD5-49C2-B2C4-035D9A46C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5C98E1D-6EE8-45F9-97B1-5CBB0A36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8A606F-D16D-4C13-AF16-68909A45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EF294-9482-4D60-852A-71BD2B10A8D3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670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 시민 사회 이야기를 듣지 않는다</a:t>
            </a:r>
            <a:r>
              <a:rPr lang="en-US" altLang="ko-KR" dirty="0"/>
              <a:t>.-&gt;</a:t>
            </a:r>
            <a:r>
              <a:rPr lang="ko-KR" altLang="en-US" dirty="0"/>
              <a:t> 청와대가 직접 전국 권역 단체장</a:t>
            </a:r>
            <a:r>
              <a:rPr lang="en-US" altLang="ko-KR" dirty="0"/>
              <a:t>,</a:t>
            </a:r>
            <a:r>
              <a:rPr lang="ko-KR" altLang="en-US" dirty="0"/>
              <a:t> 종교</a:t>
            </a:r>
            <a:r>
              <a:rPr lang="en-US" altLang="ko-KR" dirty="0"/>
              <a:t>,</a:t>
            </a:r>
            <a:r>
              <a:rPr lang="ko-KR" altLang="en-US" dirty="0"/>
              <a:t> 민간 단체 지도자 직접 만나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45284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44542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817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4064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42998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637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688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Why :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</a:p>
          <a:p>
            <a:r>
              <a:rPr lang="ko-KR" altLang="en-US" dirty="0"/>
              <a:t>왜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What : </a:t>
            </a:r>
            <a:r>
              <a:rPr lang="ko-KR" altLang="en-US" dirty="0"/>
              <a:t>제안 내용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</a:p>
          <a:p>
            <a:r>
              <a:rPr lang="ko-KR" altLang="en-US" dirty="0"/>
              <a:t>뭘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How :</a:t>
            </a:r>
            <a:r>
              <a:rPr lang="ko-KR" altLang="en-US" dirty="0"/>
              <a:t>계획</a:t>
            </a:r>
            <a:r>
              <a:rPr lang="en-US" altLang="ko-KR" dirty="0"/>
              <a:t>, </a:t>
            </a:r>
            <a:r>
              <a:rPr lang="ko-KR" altLang="en-US" dirty="0"/>
              <a:t>방안 </a:t>
            </a:r>
          </a:p>
          <a:p>
            <a:r>
              <a:rPr lang="ko-KR" altLang="en-US" dirty="0"/>
              <a:t>어떻게 </a:t>
            </a:r>
            <a:r>
              <a:rPr lang="ko-KR" altLang="en-US" dirty="0" err="1"/>
              <a:t>해야하나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If: </a:t>
            </a:r>
            <a:r>
              <a:rPr lang="ko-KR" altLang="en-US" dirty="0"/>
              <a:t>기대효과</a:t>
            </a:r>
            <a:r>
              <a:rPr lang="en-US" altLang="ko-KR" dirty="0"/>
              <a:t>, </a:t>
            </a:r>
            <a:r>
              <a:rPr lang="ko-KR" altLang="en-US" dirty="0"/>
              <a:t>성과</a:t>
            </a:r>
          </a:p>
          <a:p>
            <a:r>
              <a:rPr lang="ko-KR" altLang="en-US" dirty="0"/>
              <a:t>그럼 어떻게 되는데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188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69197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7681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97960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240</a:t>
            </a:r>
            <a:r>
              <a:rPr lang="ko-KR" altLang="en-US" dirty="0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87604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FFD9-9C49-4806-876A-6D05F6602B98}" type="slidenum">
              <a:rPr lang="ko-KR" altLang="en-US" smtClean="0"/>
              <a:pPr/>
              <a:t>81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4678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630880F-6BD5-49C2-B2C4-035D9A46C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5C98E1D-6EE8-45F9-97B1-5CBB0A36F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8A606F-D16D-4C13-AF16-68909A4594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EF294-9482-4D60-852A-71BD2B10A8D3}" type="slidenum"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54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0C34F9-422E-48DD-877C-8C3C68B2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2A2A-89C8-4364-89FF-C13CB5AE6725}" type="datetimeFigureOut">
              <a:rPr lang="ko-KR" altLang="en-US" smtClean="0"/>
              <a:t>2026-03-19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35FD9B-D342-40B9-A007-7D94A004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6BC91-A8FD-4942-87AE-60AECE6E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2CE10-E4C9-4EC2-8CDD-A35968FA805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846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B14E84-5DBF-12B9-9319-46D7CFBA7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393" y="6096000"/>
            <a:ext cx="458480" cy="46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0DA6E-C662-4856-9103-32CFA64D04E7}"/>
              </a:ext>
            </a:extLst>
          </p:cNvPr>
          <p:cNvSpPr txBox="1"/>
          <p:nvPr userDrawn="1"/>
        </p:nvSpPr>
        <p:spPr>
          <a:xfrm>
            <a:off x="4307635" y="506809"/>
            <a:ext cx="3576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endParaRPr lang="ko-KR" altLang="en-US" sz="2800" spc="-100" dirty="0">
              <a:solidFill>
                <a:srgbClr val="013469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63673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C0B0-1458-4028-ABE4-FF5302BD995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2026-03-19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21B-0112-4DE8-AAE1-52820E168D11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59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E80AB-0254-4A53-96BA-C05B7DFF4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F393AC-05DE-47F0-AF48-69CAF8301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17BA62-EA6D-4612-A229-0D4D74B3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2A2A-89C8-4364-89FF-C13CB5AE67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134D6-58B4-40B2-8E6C-3D0CF731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5D632-E72F-4E4E-B2B2-E9DD9235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2CE10-E4C9-4EC2-8CDD-A35968FA80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29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D267F-5B7F-42D9-95E9-93C021F8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69B5AB-8FFD-4BBB-8B71-095350E8B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ADE52-FFDB-4AF3-967F-E06BD063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2A2A-89C8-4364-89FF-C13CB5AE67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001DE3-0BA5-4EB8-B131-F75015C5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A21DA-2C8F-4C3B-805E-8BE81221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2CE10-E4C9-4EC2-8CDD-A35968FA80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52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0C34F9-422E-48DD-877C-8C3C68B2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2A2A-89C8-4364-89FF-C13CB5AE67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35FD9B-D342-40B9-A007-7D94A004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6BC91-A8FD-4942-87AE-60AECE6E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2CE10-E4C9-4EC2-8CDD-A35968FA80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18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066B4564-2D1A-49DC-9412-8226F154E1BA}"/>
              </a:ext>
            </a:extLst>
          </p:cNvPr>
          <p:cNvSpPr/>
          <p:nvPr userDrawn="1"/>
        </p:nvSpPr>
        <p:spPr>
          <a:xfrm>
            <a:off x="-576742" y="5878664"/>
            <a:ext cx="13345483" cy="1602576"/>
          </a:xfrm>
          <a:prstGeom prst="ellipse">
            <a:avLst/>
          </a:prstGeom>
          <a:solidFill>
            <a:schemeClr val="bg1">
              <a:lumMod val="75000"/>
              <a:alpha val="15000"/>
            </a:schemeClr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3" name="그룹 3">
            <a:extLst>
              <a:ext uri="{FF2B5EF4-FFF2-40B4-BE49-F238E27FC236}">
                <a16:creationId xmlns:a16="http://schemas.microsoft.com/office/drawing/2014/main" id="{0251A5A2-3251-41A9-83CE-71BD2D306405}"/>
              </a:ext>
            </a:extLst>
          </p:cNvPr>
          <p:cNvGrpSpPr/>
          <p:nvPr userDrawn="1"/>
        </p:nvGrpSpPr>
        <p:grpSpPr>
          <a:xfrm>
            <a:off x="2376000" y="639000"/>
            <a:ext cx="7440000" cy="5580000"/>
            <a:chOff x="1800000" y="655860"/>
            <a:chExt cx="5544000" cy="5545140"/>
          </a:xfrm>
          <a:effectLst>
            <a:reflection blurRad="6350" stA="40000" endPos="35000" dir="5400000" sy="-100000" algn="bl" rotWithShape="0"/>
          </a:effectLst>
        </p:grpSpPr>
        <p:grpSp>
          <p:nvGrpSpPr>
            <p:cNvPr id="4" name="그룹 4">
              <a:extLst>
                <a:ext uri="{FF2B5EF4-FFF2-40B4-BE49-F238E27FC236}">
                  <a16:creationId xmlns:a16="http://schemas.microsoft.com/office/drawing/2014/main" id="{4B162A2C-63FD-4C93-9F95-FA4B2CE3F45B}"/>
                </a:ext>
              </a:extLst>
            </p:cNvPr>
            <p:cNvGrpSpPr/>
            <p:nvPr/>
          </p:nvGrpSpPr>
          <p:grpSpPr>
            <a:xfrm>
              <a:off x="4511040" y="655860"/>
              <a:ext cx="121920" cy="5544000"/>
              <a:chOff x="4511040" y="655860"/>
              <a:chExt cx="121920" cy="5546281"/>
            </a:xfrm>
          </p:grpSpPr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4740DC5D-2D67-424D-9203-8646A351ABB9}"/>
                  </a:ext>
                </a:extLst>
              </p:cNvPr>
              <p:cNvCxnSpPr/>
              <p:nvPr/>
            </p:nvCxnSpPr>
            <p:spPr>
              <a:xfrm>
                <a:off x="457200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83F59C48-934E-4643-B38E-3E87795E3790}"/>
                  </a:ext>
                </a:extLst>
              </p:cNvPr>
              <p:cNvCxnSpPr/>
              <p:nvPr/>
            </p:nvCxnSpPr>
            <p:spPr>
              <a:xfrm>
                <a:off x="463296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DFE54984-01BC-46E2-8F03-942DCCC71638}"/>
                  </a:ext>
                </a:extLst>
              </p:cNvPr>
              <p:cNvCxnSpPr/>
              <p:nvPr/>
            </p:nvCxnSpPr>
            <p:spPr>
              <a:xfrm>
                <a:off x="451104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그룹 5">
              <a:extLst>
                <a:ext uri="{FF2B5EF4-FFF2-40B4-BE49-F238E27FC236}">
                  <a16:creationId xmlns:a16="http://schemas.microsoft.com/office/drawing/2014/main" id="{E1ABBA57-6E09-4C0B-9E15-FF8A16A5FE0C}"/>
                </a:ext>
              </a:extLst>
            </p:cNvPr>
            <p:cNvGrpSpPr/>
            <p:nvPr/>
          </p:nvGrpSpPr>
          <p:grpSpPr>
            <a:xfrm rot="-600000">
              <a:off x="4511040" y="655860"/>
              <a:ext cx="121920" cy="5544000"/>
              <a:chOff x="4511040" y="655860"/>
              <a:chExt cx="121920" cy="5546281"/>
            </a:xfrm>
          </p:grpSpPr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C3FF345A-2A79-45A5-801C-E80208F0315E}"/>
                  </a:ext>
                </a:extLst>
              </p:cNvPr>
              <p:cNvCxnSpPr/>
              <p:nvPr/>
            </p:nvCxnSpPr>
            <p:spPr>
              <a:xfrm>
                <a:off x="457200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CD9505B5-2DAE-4442-AD50-18397CB46791}"/>
                  </a:ext>
                </a:extLst>
              </p:cNvPr>
              <p:cNvCxnSpPr/>
              <p:nvPr/>
            </p:nvCxnSpPr>
            <p:spPr>
              <a:xfrm>
                <a:off x="463296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01A02626-8D95-4499-9440-CF86B78B3A4B}"/>
                  </a:ext>
                </a:extLst>
              </p:cNvPr>
              <p:cNvCxnSpPr/>
              <p:nvPr/>
            </p:nvCxnSpPr>
            <p:spPr>
              <a:xfrm>
                <a:off x="451104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그룹 6">
              <a:extLst>
                <a:ext uri="{FF2B5EF4-FFF2-40B4-BE49-F238E27FC236}">
                  <a16:creationId xmlns:a16="http://schemas.microsoft.com/office/drawing/2014/main" id="{4809082D-8639-4DF4-AA52-57A25044DDB7}"/>
                </a:ext>
              </a:extLst>
            </p:cNvPr>
            <p:cNvGrpSpPr/>
            <p:nvPr/>
          </p:nvGrpSpPr>
          <p:grpSpPr>
            <a:xfrm rot="600000">
              <a:off x="4511040" y="655860"/>
              <a:ext cx="121920" cy="5544000"/>
              <a:chOff x="4511040" y="655860"/>
              <a:chExt cx="121920" cy="5546281"/>
            </a:xfrm>
          </p:grpSpPr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51901312-C84C-49DF-B108-12815C58F02C}"/>
                  </a:ext>
                </a:extLst>
              </p:cNvPr>
              <p:cNvCxnSpPr/>
              <p:nvPr/>
            </p:nvCxnSpPr>
            <p:spPr>
              <a:xfrm>
                <a:off x="457200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7BC0330E-381D-4AE5-8CF0-A8E73A3BC7A5}"/>
                  </a:ext>
                </a:extLst>
              </p:cNvPr>
              <p:cNvCxnSpPr/>
              <p:nvPr/>
            </p:nvCxnSpPr>
            <p:spPr>
              <a:xfrm>
                <a:off x="463296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FFDDDA09-F151-42B3-B477-59E456C3B1A7}"/>
                  </a:ext>
                </a:extLst>
              </p:cNvPr>
              <p:cNvCxnSpPr/>
              <p:nvPr/>
            </p:nvCxnSpPr>
            <p:spPr>
              <a:xfrm>
                <a:off x="4511040" y="655860"/>
                <a:ext cx="0" cy="5546281"/>
              </a:xfrm>
              <a:prstGeom prst="line">
                <a:avLst/>
              </a:prstGeom>
              <a:ln w="19050">
                <a:solidFill>
                  <a:srgbClr val="BED0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그룹 7">
              <a:extLst>
                <a:ext uri="{FF2B5EF4-FFF2-40B4-BE49-F238E27FC236}">
                  <a16:creationId xmlns:a16="http://schemas.microsoft.com/office/drawing/2014/main" id="{C581BDF7-44B0-4862-919B-1F060D38080A}"/>
                </a:ext>
              </a:extLst>
            </p:cNvPr>
            <p:cNvGrpSpPr/>
            <p:nvPr/>
          </p:nvGrpSpPr>
          <p:grpSpPr>
            <a:xfrm rot="5400000">
              <a:off x="4511040" y="657000"/>
              <a:ext cx="121920" cy="5544000"/>
              <a:chOff x="6534913" y="655860"/>
              <a:chExt cx="121920" cy="5544000"/>
            </a:xfrm>
          </p:grpSpPr>
          <p:grpSp>
            <p:nvGrpSpPr>
              <p:cNvPr id="60" name="그룹 60">
                <a:extLst>
                  <a:ext uri="{FF2B5EF4-FFF2-40B4-BE49-F238E27FC236}">
                    <a16:creationId xmlns:a16="http://schemas.microsoft.com/office/drawing/2014/main" id="{B220B8FD-0FD2-45FB-8894-BE1078C84B1C}"/>
                  </a:ext>
                </a:extLst>
              </p:cNvPr>
              <p:cNvGrpSpPr/>
              <p:nvPr/>
            </p:nvGrpSpPr>
            <p:grpSpPr>
              <a:xfrm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A8DAC413-7811-4E98-B2FD-CA1FDA59BCCE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21C2912F-B9B9-4839-8ACE-975120F1D94D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4DD8ED6D-70AE-4480-83C1-00B505995400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그룹 61">
                <a:extLst>
                  <a:ext uri="{FF2B5EF4-FFF2-40B4-BE49-F238E27FC236}">
                    <a16:creationId xmlns:a16="http://schemas.microsoft.com/office/drawing/2014/main" id="{AB438D7D-5A60-4883-A8C1-6FB24151EC0A}"/>
                  </a:ext>
                </a:extLst>
              </p:cNvPr>
              <p:cNvGrpSpPr/>
              <p:nvPr/>
            </p:nvGrpSpPr>
            <p:grpSpPr>
              <a:xfrm rot="-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0DDAB639-C6E1-4C65-93F1-3818C5E448D7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2799855B-97E0-4CC5-B285-D4ED56741E3F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B0759633-13B0-4EC0-8AAD-55E2E5954C2A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" name="그룹 62">
                <a:extLst>
                  <a:ext uri="{FF2B5EF4-FFF2-40B4-BE49-F238E27FC236}">
                    <a16:creationId xmlns:a16="http://schemas.microsoft.com/office/drawing/2014/main" id="{C2B2CD0B-3211-44B7-89A7-7AED45C6ACD5}"/>
                  </a:ext>
                </a:extLst>
              </p:cNvPr>
              <p:cNvGrpSpPr/>
              <p:nvPr/>
            </p:nvGrpSpPr>
            <p:grpSpPr>
              <a:xfrm rot="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B07E5A58-9D94-4C5F-BF53-1587FB31DF59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3CA4DB12-79BC-42E9-9C28-EF30D63B775C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8490DC7-6B01-4F1C-8DC2-005EBA70624B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그룹 8">
              <a:extLst>
                <a:ext uri="{FF2B5EF4-FFF2-40B4-BE49-F238E27FC236}">
                  <a16:creationId xmlns:a16="http://schemas.microsoft.com/office/drawing/2014/main" id="{F0C0B9DA-6C99-4F40-A7C0-F70FDFE8E91A}"/>
                </a:ext>
              </a:extLst>
            </p:cNvPr>
            <p:cNvGrpSpPr/>
            <p:nvPr/>
          </p:nvGrpSpPr>
          <p:grpSpPr>
            <a:xfrm rot="7200000">
              <a:off x="4511040" y="657000"/>
              <a:ext cx="121920" cy="5544000"/>
              <a:chOff x="6534913" y="655860"/>
              <a:chExt cx="121920" cy="5544000"/>
            </a:xfrm>
          </p:grpSpPr>
          <p:grpSp>
            <p:nvGrpSpPr>
              <p:cNvPr id="48" name="그룹 48">
                <a:extLst>
                  <a:ext uri="{FF2B5EF4-FFF2-40B4-BE49-F238E27FC236}">
                    <a16:creationId xmlns:a16="http://schemas.microsoft.com/office/drawing/2014/main" id="{1D82D973-2D04-446D-90F1-5D46BE79B8A8}"/>
                  </a:ext>
                </a:extLst>
              </p:cNvPr>
              <p:cNvGrpSpPr/>
              <p:nvPr/>
            </p:nvGrpSpPr>
            <p:grpSpPr>
              <a:xfrm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DFD07312-AECE-46B3-8C26-1008248D3F67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F3A89912-DC0C-4A0A-9807-538316E981BA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>
                  <a:extLst>
                    <a:ext uri="{FF2B5EF4-FFF2-40B4-BE49-F238E27FC236}">
                      <a16:creationId xmlns:a16="http://schemas.microsoft.com/office/drawing/2014/main" id="{65058CC4-8A11-4F5B-B39C-D119511D4D0A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그룹 49">
                <a:extLst>
                  <a:ext uri="{FF2B5EF4-FFF2-40B4-BE49-F238E27FC236}">
                    <a16:creationId xmlns:a16="http://schemas.microsoft.com/office/drawing/2014/main" id="{0A20AB84-683A-4416-A19C-28854A7CF15F}"/>
                  </a:ext>
                </a:extLst>
              </p:cNvPr>
              <p:cNvGrpSpPr/>
              <p:nvPr/>
            </p:nvGrpSpPr>
            <p:grpSpPr>
              <a:xfrm rot="-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0C21DF49-F0E6-49CE-B97D-3600850971D7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BDB1577E-F946-4E24-991C-CF2A7016442C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954FED-5BE1-4ADC-96B7-7CD43FFDCFEA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그룹 50">
                <a:extLst>
                  <a:ext uri="{FF2B5EF4-FFF2-40B4-BE49-F238E27FC236}">
                    <a16:creationId xmlns:a16="http://schemas.microsoft.com/office/drawing/2014/main" id="{F5FB7811-F231-446B-94EB-B1F1FA4226C5}"/>
                  </a:ext>
                </a:extLst>
              </p:cNvPr>
              <p:cNvGrpSpPr/>
              <p:nvPr/>
            </p:nvGrpSpPr>
            <p:grpSpPr>
              <a:xfrm rot="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81D44F2A-5481-4ABD-96BB-3C11D344D87D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DA6EBDCF-C50E-4971-B82C-3A61D860DC2C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17627B64-E34B-4238-8238-86489E338F42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" name="그룹 9">
              <a:extLst>
                <a:ext uri="{FF2B5EF4-FFF2-40B4-BE49-F238E27FC236}">
                  <a16:creationId xmlns:a16="http://schemas.microsoft.com/office/drawing/2014/main" id="{33E9EE05-62EA-49CF-8BD1-86391DA952EC}"/>
                </a:ext>
              </a:extLst>
            </p:cNvPr>
            <p:cNvGrpSpPr/>
            <p:nvPr/>
          </p:nvGrpSpPr>
          <p:grpSpPr>
            <a:xfrm rot="-7200000">
              <a:off x="4511040" y="657000"/>
              <a:ext cx="121920" cy="5544000"/>
              <a:chOff x="6534913" y="655860"/>
              <a:chExt cx="121920" cy="5544000"/>
            </a:xfrm>
          </p:grpSpPr>
          <p:grpSp>
            <p:nvGrpSpPr>
              <p:cNvPr id="36" name="그룹 36">
                <a:extLst>
                  <a:ext uri="{FF2B5EF4-FFF2-40B4-BE49-F238E27FC236}">
                    <a16:creationId xmlns:a16="http://schemas.microsoft.com/office/drawing/2014/main" id="{A5B59DC8-4DB3-411A-B623-E7C69AC10887}"/>
                  </a:ext>
                </a:extLst>
              </p:cNvPr>
              <p:cNvGrpSpPr/>
              <p:nvPr/>
            </p:nvGrpSpPr>
            <p:grpSpPr>
              <a:xfrm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D507D25D-7891-4400-BBA9-EF93A9C46686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40D1F063-24A1-4883-8A4D-20E55D02F56C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96DE893D-34BA-4B54-8010-3847CA80D2B5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그룹 37">
                <a:extLst>
                  <a:ext uri="{FF2B5EF4-FFF2-40B4-BE49-F238E27FC236}">
                    <a16:creationId xmlns:a16="http://schemas.microsoft.com/office/drawing/2014/main" id="{588789E0-DCEC-427F-8F29-96E79B96BCA1}"/>
                  </a:ext>
                </a:extLst>
              </p:cNvPr>
              <p:cNvGrpSpPr/>
              <p:nvPr/>
            </p:nvGrpSpPr>
            <p:grpSpPr>
              <a:xfrm rot="-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310B8E81-E3E9-44C4-80F1-AB7916CE0635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F795B38D-96BD-42D0-8E07-81999FFF2E92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08EFBB91-4963-4E2A-BD3F-ACEFD0252D24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그룹 38">
                <a:extLst>
                  <a:ext uri="{FF2B5EF4-FFF2-40B4-BE49-F238E27FC236}">
                    <a16:creationId xmlns:a16="http://schemas.microsoft.com/office/drawing/2014/main" id="{A749D5FA-E5A7-4DF3-9D3D-180444447185}"/>
                  </a:ext>
                </a:extLst>
              </p:cNvPr>
              <p:cNvGrpSpPr/>
              <p:nvPr/>
            </p:nvGrpSpPr>
            <p:grpSpPr>
              <a:xfrm rot="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4E712DC2-35AA-4684-AA57-35B656712345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C07DFEB5-EAC1-49A4-8666-9B448C04622F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72071786-C7C2-4047-978F-D91F844458B7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그룹 10">
              <a:extLst>
                <a:ext uri="{FF2B5EF4-FFF2-40B4-BE49-F238E27FC236}">
                  <a16:creationId xmlns:a16="http://schemas.microsoft.com/office/drawing/2014/main" id="{B8D112D0-896E-41F1-9EA5-DFCD089DCC06}"/>
                </a:ext>
              </a:extLst>
            </p:cNvPr>
            <p:cNvGrpSpPr/>
            <p:nvPr/>
          </p:nvGrpSpPr>
          <p:grpSpPr>
            <a:xfrm rot="-1800000">
              <a:off x="4511040" y="657000"/>
              <a:ext cx="121920" cy="5544000"/>
              <a:chOff x="6534913" y="655860"/>
              <a:chExt cx="121920" cy="5544000"/>
            </a:xfrm>
          </p:grpSpPr>
          <p:grpSp>
            <p:nvGrpSpPr>
              <p:cNvPr id="24" name="그룹 24">
                <a:extLst>
                  <a:ext uri="{FF2B5EF4-FFF2-40B4-BE49-F238E27FC236}">
                    <a16:creationId xmlns:a16="http://schemas.microsoft.com/office/drawing/2014/main" id="{02CC3539-EE32-4204-97E5-16C5E1B875BC}"/>
                  </a:ext>
                </a:extLst>
              </p:cNvPr>
              <p:cNvGrpSpPr/>
              <p:nvPr/>
            </p:nvGrpSpPr>
            <p:grpSpPr>
              <a:xfrm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615EF51B-6709-4BF5-A4B5-7424A37AAF49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CF06C430-2B20-470B-8600-E191202F3DA1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5C1DAB10-B282-42CB-900A-2C998B56F276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그룹 25">
                <a:extLst>
                  <a:ext uri="{FF2B5EF4-FFF2-40B4-BE49-F238E27FC236}">
                    <a16:creationId xmlns:a16="http://schemas.microsoft.com/office/drawing/2014/main" id="{6EF472EE-4B1F-4307-9008-E558ED339AB9}"/>
                  </a:ext>
                </a:extLst>
              </p:cNvPr>
              <p:cNvGrpSpPr/>
              <p:nvPr/>
            </p:nvGrpSpPr>
            <p:grpSpPr>
              <a:xfrm rot="-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90319E94-A81A-4A50-8507-E3FCC73E69DC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549C88D8-AFEB-434A-8D70-A21854DD0F78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2337EC5E-8974-4802-BA73-8E25203628C3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그룹 26">
                <a:extLst>
                  <a:ext uri="{FF2B5EF4-FFF2-40B4-BE49-F238E27FC236}">
                    <a16:creationId xmlns:a16="http://schemas.microsoft.com/office/drawing/2014/main" id="{BDAD87C5-D578-4377-AA74-AEA9811D4739}"/>
                  </a:ext>
                </a:extLst>
              </p:cNvPr>
              <p:cNvGrpSpPr/>
              <p:nvPr/>
            </p:nvGrpSpPr>
            <p:grpSpPr>
              <a:xfrm rot="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CCB957DA-3073-4BF0-ACA9-56087068E96A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C8E1CF67-9825-470E-AC09-405DCECDCC4F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47156329-89FE-499C-A49E-3A304854E5B5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E40DFB61-0234-41FA-AC0B-50692F9189E9}"/>
                </a:ext>
              </a:extLst>
            </p:cNvPr>
            <p:cNvGrpSpPr/>
            <p:nvPr/>
          </p:nvGrpSpPr>
          <p:grpSpPr>
            <a:xfrm rot="1800000">
              <a:off x="4511040" y="657000"/>
              <a:ext cx="121920" cy="5544000"/>
              <a:chOff x="6534913" y="655860"/>
              <a:chExt cx="121920" cy="5544000"/>
            </a:xfrm>
          </p:grpSpPr>
          <p:grpSp>
            <p:nvGrpSpPr>
              <p:cNvPr id="12" name="그룹 12">
                <a:extLst>
                  <a:ext uri="{FF2B5EF4-FFF2-40B4-BE49-F238E27FC236}">
                    <a16:creationId xmlns:a16="http://schemas.microsoft.com/office/drawing/2014/main" id="{FAB21A48-CCBE-4925-B6B1-BD4032F6ABCF}"/>
                  </a:ext>
                </a:extLst>
              </p:cNvPr>
              <p:cNvGrpSpPr/>
              <p:nvPr/>
            </p:nvGrpSpPr>
            <p:grpSpPr>
              <a:xfrm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21" name="직선 연결선 20">
                  <a:extLst>
                    <a:ext uri="{FF2B5EF4-FFF2-40B4-BE49-F238E27FC236}">
                      <a16:creationId xmlns:a16="http://schemas.microsoft.com/office/drawing/2014/main" id="{7AA5827D-6D11-42B7-A698-285D111FE433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9AD9F8C1-0A0B-43C4-96C8-5FC2A1C2A796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2AFF31D4-81B8-415D-92E2-825319CC94AB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그룹 13">
                <a:extLst>
                  <a:ext uri="{FF2B5EF4-FFF2-40B4-BE49-F238E27FC236}">
                    <a16:creationId xmlns:a16="http://schemas.microsoft.com/office/drawing/2014/main" id="{4650E7E4-3E10-4019-805A-FD152488D008}"/>
                  </a:ext>
                </a:extLst>
              </p:cNvPr>
              <p:cNvGrpSpPr/>
              <p:nvPr/>
            </p:nvGrpSpPr>
            <p:grpSpPr>
              <a:xfrm rot="-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D8463241-373B-4CF8-A01B-65E44D7EA210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F6BCA45B-36EE-492E-9DC3-3BFCB938D6C4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연결선 19">
                  <a:extLst>
                    <a:ext uri="{FF2B5EF4-FFF2-40B4-BE49-F238E27FC236}">
                      <a16:creationId xmlns:a16="http://schemas.microsoft.com/office/drawing/2014/main" id="{D6E8DF21-E25F-4380-AE9B-6063883A6D7F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그룹 14">
                <a:extLst>
                  <a:ext uri="{FF2B5EF4-FFF2-40B4-BE49-F238E27FC236}">
                    <a16:creationId xmlns:a16="http://schemas.microsoft.com/office/drawing/2014/main" id="{668E99C5-B12A-4D88-A902-CE1800DA629A}"/>
                  </a:ext>
                </a:extLst>
              </p:cNvPr>
              <p:cNvGrpSpPr/>
              <p:nvPr/>
            </p:nvGrpSpPr>
            <p:grpSpPr>
              <a:xfrm rot="600000">
                <a:off x="6534913" y="655860"/>
                <a:ext cx="121920" cy="5544000"/>
                <a:chOff x="4511040" y="655860"/>
                <a:chExt cx="121920" cy="5546281"/>
              </a:xfrm>
            </p:grpSpPr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7CE25CAB-911B-48F9-A452-AEB9289F995B}"/>
                    </a:ext>
                  </a:extLst>
                </p:cNvPr>
                <p:cNvCxnSpPr/>
                <p:nvPr/>
              </p:nvCxnSpPr>
              <p:spPr>
                <a:xfrm>
                  <a:off x="457200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8A6E8960-36E7-4DD6-BEE0-916CF4187150}"/>
                    </a:ext>
                  </a:extLst>
                </p:cNvPr>
                <p:cNvCxnSpPr/>
                <p:nvPr/>
              </p:nvCxnSpPr>
              <p:spPr>
                <a:xfrm>
                  <a:off x="463296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FF159BD4-AA04-4EAE-B563-3CF1EB8E6C76}"/>
                    </a:ext>
                  </a:extLst>
                </p:cNvPr>
                <p:cNvCxnSpPr/>
                <p:nvPr/>
              </p:nvCxnSpPr>
              <p:spPr>
                <a:xfrm>
                  <a:off x="4511040" y="655860"/>
                  <a:ext cx="0" cy="5546281"/>
                </a:xfrm>
                <a:prstGeom prst="line">
                  <a:avLst/>
                </a:prstGeom>
                <a:ln w="19050">
                  <a:solidFill>
                    <a:srgbClr val="BED0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DFDE879-3F41-4CA0-98D8-B7D40A0018B1}"/>
              </a:ext>
            </a:extLst>
          </p:cNvPr>
          <p:cNvSpPr/>
          <p:nvPr userDrawn="1"/>
        </p:nvSpPr>
        <p:spPr>
          <a:xfrm>
            <a:off x="3937000" y="2174875"/>
            <a:ext cx="4318000" cy="2508250"/>
          </a:xfrm>
          <a:prstGeom prst="rect">
            <a:avLst/>
          </a:prstGeom>
          <a:solidFill>
            <a:schemeClr val="tx1">
              <a:lumMod val="85000"/>
              <a:lumOff val="1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7729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lide mast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5D1C458-E189-42F2-9A47-4A6ED314B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89802B0-C243-4504-BD22-FF75DAFCFD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246" y="204325"/>
            <a:ext cx="61569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6971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slide mast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5D1C458-E189-42F2-9A47-4A6ED314B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1723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79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877A1F-AD21-4144-9816-B6975BCB1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C3638C-9D38-4AD0-B46B-6B693503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29375"/>
            <a:ext cx="571500" cy="365125"/>
          </a:xfrm>
        </p:spPr>
        <p:txBody>
          <a:bodyPr/>
          <a:lstStyle>
            <a:lvl1pPr algn="ctr">
              <a:defRPr sz="105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33A897-CE3C-4150-A49F-7693827BCDE2}"/>
              </a:ext>
            </a:extLst>
          </p:cNvPr>
          <p:cNvSpPr/>
          <p:nvPr userDrawn="1"/>
        </p:nvSpPr>
        <p:spPr>
          <a:xfrm rot="7780515">
            <a:off x="287444" y="382948"/>
            <a:ext cx="407124" cy="187423"/>
          </a:xfrm>
          <a:prstGeom prst="roundRect">
            <a:avLst>
              <a:gd name="adj" fmla="val 50000"/>
            </a:avLst>
          </a:prstGeom>
          <a:solidFill>
            <a:srgbClr val="C90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D9D79D-EBF1-4816-AAA9-F5AC7D67FA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009" y="6306960"/>
            <a:ext cx="511141" cy="3885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0D79FF-FEAF-46ED-B541-669695DCE1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337" y="260833"/>
            <a:ext cx="774973" cy="4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35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877A1F-AD21-4144-9816-B6975BCB1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571C4CE-9698-4770-B40C-4B7AB4C8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29375"/>
            <a:ext cx="571500" cy="365125"/>
          </a:xfrm>
        </p:spPr>
        <p:txBody>
          <a:bodyPr/>
          <a:lstStyle>
            <a:lvl1pPr algn="ctr">
              <a:defRPr sz="105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0AB8B4-9610-4D75-9EBB-5F95E4E1F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009" y="6306960"/>
            <a:ext cx="511141" cy="3885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9D4C38-8D42-4B4A-B73A-3B24C97F00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337" y="260833"/>
            <a:ext cx="774973" cy="4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65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C365097-F706-4EFB-B92B-211932A9C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AB11BE1A-F7C2-432A-8BBE-872901D1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29375"/>
            <a:ext cx="571500" cy="365125"/>
          </a:xfrm>
        </p:spPr>
        <p:txBody>
          <a:bodyPr/>
          <a:lstStyle>
            <a:lvl1pPr algn="ctr">
              <a:defRPr sz="105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8742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C365097-F706-4EFB-B92B-211932A9C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AB11BE1A-F7C2-432A-8BBE-872901D1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29375"/>
            <a:ext cx="571500" cy="365125"/>
          </a:xfrm>
        </p:spPr>
        <p:txBody>
          <a:bodyPr/>
          <a:lstStyle>
            <a:lvl1pPr algn="ctr">
              <a:defRPr sz="1050"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954CAC4-7FA7-40A4-8364-4799BACF3191}"/>
              </a:ext>
            </a:extLst>
          </p:cNvPr>
          <p:cNvSpPr/>
          <p:nvPr userDrawn="1"/>
        </p:nvSpPr>
        <p:spPr>
          <a:xfrm>
            <a:off x="1104426" y="1205097"/>
            <a:ext cx="1118547" cy="514933"/>
          </a:xfrm>
          <a:prstGeom prst="roundRect">
            <a:avLst>
              <a:gd name="adj" fmla="val 50000"/>
            </a:avLst>
          </a:prstGeom>
          <a:solidFill>
            <a:srgbClr val="C906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20A01E-1A8D-48C5-92C7-B5799C80C2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009" y="6306960"/>
            <a:ext cx="511141" cy="38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7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slide mast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5D1C458-E189-42F2-9A47-4A6ED314B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t="309" r="4825" b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7334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52B7-8947-401E-AE7A-2C2458987D6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264A0-2992-4560-8FAD-0B05F51FC2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291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C0B0-1458-4028-ABE4-FF5302BD995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2026-03-19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21B-0112-4DE8-AAE1-52820E168D11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61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762EA-0DD8-46DF-9870-39471E46EAF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4C2D-2BF0-4714-BFF9-2A9EF269B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169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12560-CBC0-6483-C380-F1DAEFD7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CFFF37-5D70-D04D-EE4F-EAD6C6AF0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D5342B-D0B8-C0B7-BD45-C7835299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DF3FC-E66B-2DCC-DBCC-C03A0ADE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CA933-CB92-5624-2738-3D35190A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530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DB173-7E4B-9860-F442-349E8594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30817-0E00-CE0B-5898-2CB4225A1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4C377-CE81-9E0D-F0E0-4D6164DA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07999-1595-4473-17CC-C89248DD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63B215-68D9-3C35-C352-25C55C49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74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705A2-9F00-9360-4EE8-FD06C91F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9979D1-42F6-CCEB-585E-21C067A3C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32D5E-70CC-860D-9327-AC0CCDA7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211B6-B13D-8895-DA40-0795C03E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B1DB7-58FC-59F3-7B5F-CC732B16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617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8A494-6D94-644E-FED9-5EF67D38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03B9B-E7E0-5237-DAFD-B3F63869F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ADC5D-B2AD-8F5D-7D0E-7D7A53506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43312F-51AF-F212-FABB-860AD2DC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AE4DF0-3B16-D0B3-23F7-D406C1F9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971E96-9072-539E-23DB-2D52E58C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172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AF35C-1EE8-A1EF-C8D1-08696632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07E2E-58A4-247D-A663-C404B45F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E98F2F-D87E-59B1-CA8D-65E97A296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5A1FD8-E863-19FC-0545-001E4C09D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1760B5-E8BD-83B8-CC33-CCF74E5FF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C0BB7C-A394-93D8-ED26-209DFEDC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563B0B-4604-F22D-BE74-803113C9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4ECD00-A8AC-81F3-CD03-AFC0867B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7253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BBBC1-1222-4C11-1759-547A1FFA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8FEAB9-FED7-769A-FEC4-8A3A4D25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99303A-E0CA-10FA-83E2-CBAC37C1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CD88D9-0B45-1545-607C-3F860D08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0366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3C4507-FAD6-B7FE-6578-D1D71F04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3F3C3D-7663-2D8B-C575-3ADBBA98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05359-D251-6F0B-57D0-2488837A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2881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D8BC0-8399-8277-7B0E-171121B18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17EA8-8118-1DDE-CD73-0435A72F6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ADDB99-764D-61C9-6D5C-8424CBEA5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8E5B56-21B7-587C-C486-ABA30381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0526D0-DC14-F107-74A9-D5AD742C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6AD84-9C08-67A3-C998-901880A7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517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1CDBE-F19C-0465-9461-52D8B108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C60CA6-AF64-F4FE-4646-3B5D9040C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4FB45F-0882-F236-14A8-073A2DF9E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4DB0B7-99D7-F2ED-67AB-AF244D7B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AD53B5-F3FA-7866-EE53-515E01B7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4B7903-89CF-2C6F-DE98-FC68B243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696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D2EA8-0D8E-A1CE-56F7-A4842997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25A63A-F4AC-29DE-5DF2-CA6158AAE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05D15-F37F-EA81-AAF9-F7C8E3E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2FE39A-8A9B-601C-013B-9F19983A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F48343-23F8-CA73-A3EA-7BB13664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743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122174-72A7-E2BC-BDF6-D7AC70817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032AA1-CB22-D022-650B-087E5F347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427672-A03D-CFA3-3D86-B622A2AA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8FAD9-B613-5D83-1B72-7A510752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7D5CCE-F513-15AF-85AC-397C8C2C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0388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B14E84-5DBF-12B9-9319-46D7CFBA7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393" y="6096000"/>
            <a:ext cx="458480" cy="46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0DA6E-C662-4856-9103-32CFA64D04E7}"/>
              </a:ext>
            </a:extLst>
          </p:cNvPr>
          <p:cNvSpPr txBox="1"/>
          <p:nvPr userDrawn="1"/>
        </p:nvSpPr>
        <p:spPr>
          <a:xfrm>
            <a:off x="4307635" y="506809"/>
            <a:ext cx="3576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 sz="2800" spc="-100" dirty="0">
              <a:solidFill>
                <a:srgbClr val="013469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01320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CB7CE9-40AA-484A-A0B0-BE55BBE5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D83B4C-4C87-40E0-A0C1-75A567392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5CEAF-19AE-4E10-8BA4-F9B1F3EA5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B6382A2A-89C8-4364-89FF-C13CB5AE6725}" type="datetimeFigureOut">
              <a:rPr lang="ko-KR" altLang="en-US" smtClean="0"/>
              <a:pPr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6B0D5-EF39-47B2-BB66-F139FF389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47BB22-1E41-4C07-8CA7-DE19B9E34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9A32CE10-E4C9-4EC2-8CDD-A35968FA805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57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7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CB7CE9-40AA-484A-A0B0-BE55BBE5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D83B4C-4C87-40E0-A0C1-75A567392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5CEAF-19AE-4E10-8BA4-F9B1F3EA5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B6382A2A-89C8-4364-89FF-C13CB5AE6725}" type="datetimeFigureOut">
              <a:rPr lang="ko-KR" altLang="en-US" smtClean="0"/>
              <a:pPr/>
              <a:t>2026-03-19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6B0D5-EF39-47B2-BB66-F139FF389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47BB22-1E41-4C07-8CA7-DE19B9E34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9A32CE10-E4C9-4EC2-8CDD-A35968FA805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005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55DAFB-C2B2-4A54-9AF2-D583CB29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B85BA9-73AF-432E-B6E5-462DF9B41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C8E1C-0AA5-4B97-BCDB-07DF45E72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79C63C-9008-4492-97DF-3838D786B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C8B59-130D-40AB-AEF0-88BB60772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defRPr>
            </a:lvl1pPr>
          </a:lstStyle>
          <a:p>
            <a:fld id="{C58B6009-9641-40FB-BD8C-08044DC27D3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51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Medium" panose="02000000000000000000" pitchFamily="50" charset="-127"/>
          <a:ea typeface="G마켓 산스 Medium" panose="020000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6DDDA5-CE90-E2F9-2C08-CDB0BA88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429DCE-1DF9-DF4A-5302-4453DCB77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71B616-A627-ECC1-213D-7D13A84FF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30AE8-9FD8-431E-8197-5436DF9CEA56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F85B4-F88D-AEFE-19A8-A447C690E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367A3-5FDA-6C35-91B3-8483C00D1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DAD23-3A0C-4B35-8228-833838D34D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84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71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hosun.com/people/oh-rora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jpeg"/></Relationships>
</file>

<file path=ppt/slides/_rels/slide8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8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51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52.png"/><Relationship Id="rId9" Type="http://schemas.microsoft.com/office/2007/relationships/diagramDrawing" Target="../diagrams/drawing5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54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55.png"/><Relationship Id="rId9" Type="http://schemas.microsoft.com/office/2007/relationships/diagramDrawing" Target="../diagrams/drawing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4D86D4-C7C6-47C1-98DB-4816F2714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386641"/>
            <a:ext cx="6655454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8800" b="0" spc="0" dirty="0">
                <a:ln>
                  <a:noFill/>
                </a:ln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Welcome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0EC9F1-1A2A-1C96-F272-6737C97EF1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rgbClr val="0134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그림 5">
            <a:extLst>
              <a:ext uri="{FF2B5EF4-FFF2-40B4-BE49-F238E27FC236}">
                <a16:creationId xmlns:a16="http://schemas.microsoft.com/office/drawing/2014/main" id="{D191A7C5-D187-4851-B1EF-D494D5B83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98" y="1765300"/>
            <a:ext cx="16510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6D262FCF-08BF-49DA-9FFA-B727C2B87F44}"/>
              </a:ext>
            </a:extLst>
          </p:cNvPr>
          <p:cNvSpPr/>
          <p:nvPr/>
        </p:nvSpPr>
        <p:spPr>
          <a:xfrm>
            <a:off x="4200798" y="4737100"/>
            <a:ext cx="3708000" cy="0"/>
          </a:xfrm>
          <a:custGeom>
            <a:avLst/>
            <a:gdLst/>
            <a:ahLst/>
            <a:cxnLst/>
            <a:rect l="l" t="t" r="r" b="b"/>
            <a:pathLst>
              <a:path w="3312795">
                <a:moveTo>
                  <a:pt x="0" y="0"/>
                </a:moveTo>
                <a:lnTo>
                  <a:pt x="3312414" y="0"/>
                </a:lnTo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lIns="0" tIns="0" rIns="0" bIns="0"/>
          <a:lstStyle/>
          <a:p>
            <a:pPr>
              <a:defRPr/>
            </a:pPr>
            <a:endParaRPr dirty="0">
              <a:solidFill>
                <a:prstClr val="black">
                  <a:lumMod val="65000"/>
                  <a:lumOff val="35000"/>
                </a:prstClr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A447B5B-5AA7-46F3-BCF9-0A8702C68C28}"/>
              </a:ext>
            </a:extLst>
          </p:cNvPr>
          <p:cNvSpPr/>
          <p:nvPr/>
        </p:nvSpPr>
        <p:spPr>
          <a:xfrm>
            <a:off x="4200798" y="4203700"/>
            <a:ext cx="3708000" cy="0"/>
          </a:xfrm>
          <a:custGeom>
            <a:avLst/>
            <a:gdLst/>
            <a:ahLst/>
            <a:cxnLst/>
            <a:rect l="l" t="t" r="r" b="b"/>
            <a:pathLst>
              <a:path w="3312795">
                <a:moveTo>
                  <a:pt x="0" y="0"/>
                </a:moveTo>
                <a:lnTo>
                  <a:pt x="3312414" y="0"/>
                </a:lnTo>
              </a:path>
            </a:pathLst>
          </a:custGeom>
          <a:ln w="6350">
            <a:solidFill>
              <a:schemeClr val="bg1">
                <a:lumMod val="85000"/>
              </a:schemeClr>
            </a:solidFill>
          </a:ln>
        </p:spPr>
        <p:txBody>
          <a:bodyPr lIns="0" tIns="0" rIns="0" bIns="0"/>
          <a:lstStyle/>
          <a:p>
            <a:pPr>
              <a:defRPr/>
            </a:pPr>
            <a:endParaRPr dirty="0">
              <a:solidFill>
                <a:prstClr val="black">
                  <a:lumMod val="65000"/>
                  <a:lumOff val="35000"/>
                </a:prstClr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15366" name="TextBox 8">
            <a:extLst>
              <a:ext uri="{FF2B5EF4-FFF2-40B4-BE49-F238E27FC236}">
                <a16:creationId xmlns:a16="http://schemas.microsoft.com/office/drawing/2014/main" id="{AA48B932-7BEA-4EE0-90C8-BD59C7ECE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497" y="4241800"/>
            <a:ext cx="3863188" cy="45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3163" tIns="51581" rIns="103163" bIns="51581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NanumBarunGothicOTF Regular"/>
                <a:ea typeface="NanumBarunGothicOTF Regular"/>
                <a:cs typeface="NanumBarunGothicOTF Regular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2300" dirty="0">
                <a:solidFill>
                  <a:srgbClr val="59595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Myeongjo"/>
              </a:rPr>
              <a:t>진정한 성공을 만드는 사람들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736F4-BD98-4A5B-857B-F4D0D428D8E0}"/>
              </a:ext>
            </a:extLst>
          </p:cNvPr>
          <p:cNvSpPr txBox="1"/>
          <p:nvPr/>
        </p:nvSpPr>
        <p:spPr>
          <a:xfrm>
            <a:off x="4572073" y="4775201"/>
            <a:ext cx="2965450" cy="265113"/>
          </a:xfrm>
          <a:prstGeom prst="rect">
            <a:avLst/>
          </a:prstGeom>
          <a:noFill/>
          <a:ln>
            <a:noFill/>
          </a:ln>
        </p:spPr>
        <p:txBody>
          <a:bodyPr lIns="103163" tIns="51581" rIns="103163" bIns="51581">
            <a:spAutoFit/>
          </a:bodyPr>
          <a:lstStyle/>
          <a:p>
            <a:pPr algn="dist">
              <a:defRPr/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Myeongjo" charset="-127"/>
              </a:rPr>
              <a:t>True Success Makers</a:t>
            </a:r>
            <a:endParaRPr lang="ko-KR" altLang="en-US" sz="1050" dirty="0">
              <a:solidFill>
                <a:prstClr val="black">
                  <a:lumMod val="65000"/>
                  <a:lumOff val="35000"/>
                </a:prst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 Myeongjo" charset="-127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70332F-EC2E-43A6-AFFD-724442D6571F}"/>
              </a:ext>
            </a:extLst>
          </p:cNvPr>
          <p:cNvSpPr txBox="1"/>
          <p:nvPr/>
        </p:nvSpPr>
        <p:spPr>
          <a:xfrm>
            <a:off x="5270618" y="629348"/>
            <a:ext cx="17748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Opening</a:t>
            </a:r>
            <a:endParaRPr lang="ko-KR" altLang="en-US" sz="2800" spc="-100" dirty="0">
              <a:solidFill>
                <a:srgbClr val="013469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ED46B0-AB71-D2E6-62A7-A3FC8E062D17}"/>
              </a:ext>
            </a:extLst>
          </p:cNvPr>
          <p:cNvGrpSpPr/>
          <p:nvPr/>
        </p:nvGrpSpPr>
        <p:grpSpPr>
          <a:xfrm>
            <a:off x="4141441" y="2007716"/>
            <a:ext cx="3909117" cy="3909117"/>
            <a:chOff x="4141441" y="1893416"/>
            <a:chExt cx="3909117" cy="3909117"/>
          </a:xfrm>
        </p:grpSpPr>
        <p:pic>
          <p:nvPicPr>
            <p:cNvPr id="12" name="Picture 2" descr="관련 이미지">
              <a:extLst>
                <a:ext uri="{FF2B5EF4-FFF2-40B4-BE49-F238E27FC236}">
                  <a16:creationId xmlns:a16="http://schemas.microsoft.com/office/drawing/2014/main" id="{9F95C08E-F6AA-49AC-8D54-6DBD2B9D84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1441" y="1893416"/>
              <a:ext cx="3909117" cy="3909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539818C6-6CEF-4F61-825B-B05B08E5F638}"/>
                </a:ext>
              </a:extLst>
            </p:cNvPr>
            <p:cNvSpPr/>
            <p:nvPr/>
          </p:nvSpPr>
          <p:spPr>
            <a:xfrm>
              <a:off x="5714248" y="2171170"/>
              <a:ext cx="763501" cy="3259450"/>
            </a:xfrm>
            <a:custGeom>
              <a:avLst/>
              <a:gdLst>
                <a:gd name="connsiteX0" fmla="*/ 476252 w 952502"/>
                <a:gd name="connsiteY0" fmla="*/ 0 h 4066310"/>
                <a:gd name="connsiteX1" fmla="*/ 598429 w 952502"/>
                <a:gd name="connsiteY1" fmla="*/ 122177 h 4066310"/>
                <a:gd name="connsiteX2" fmla="*/ 598428 w 952502"/>
                <a:gd name="connsiteY2" fmla="*/ 3131616 h 4066310"/>
                <a:gd name="connsiteX3" fmla="*/ 661630 w 952502"/>
                <a:gd name="connsiteY3" fmla="*/ 3151234 h 4066310"/>
                <a:gd name="connsiteX4" fmla="*/ 952502 w 952502"/>
                <a:gd name="connsiteY4" fmla="*/ 3590059 h 4066310"/>
                <a:gd name="connsiteX5" fmla="*/ 476251 w 952502"/>
                <a:gd name="connsiteY5" fmla="*/ 4066310 h 4066310"/>
                <a:gd name="connsiteX6" fmla="*/ 0 w 952502"/>
                <a:gd name="connsiteY6" fmla="*/ 3590059 h 4066310"/>
                <a:gd name="connsiteX7" fmla="*/ 290873 w 952502"/>
                <a:gd name="connsiteY7" fmla="*/ 3151234 h 4066310"/>
                <a:gd name="connsiteX8" fmla="*/ 354075 w 952502"/>
                <a:gd name="connsiteY8" fmla="*/ 3131615 h 4066310"/>
                <a:gd name="connsiteX9" fmla="*/ 354075 w 952502"/>
                <a:gd name="connsiteY9" fmla="*/ 122177 h 4066310"/>
                <a:gd name="connsiteX10" fmla="*/ 476252 w 952502"/>
                <a:gd name="connsiteY10" fmla="*/ 0 h 4066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2502" h="4066310">
                  <a:moveTo>
                    <a:pt x="476252" y="0"/>
                  </a:moveTo>
                  <a:cubicBezTo>
                    <a:pt x="543728" y="0"/>
                    <a:pt x="598429" y="54701"/>
                    <a:pt x="598429" y="122177"/>
                  </a:cubicBezTo>
                  <a:lnTo>
                    <a:pt x="598428" y="3131616"/>
                  </a:lnTo>
                  <a:lnTo>
                    <a:pt x="661630" y="3151234"/>
                  </a:lnTo>
                  <a:cubicBezTo>
                    <a:pt x="832563" y="3223533"/>
                    <a:pt x="952502" y="3392790"/>
                    <a:pt x="952502" y="3590059"/>
                  </a:cubicBezTo>
                  <a:cubicBezTo>
                    <a:pt x="952502" y="3853085"/>
                    <a:pt x="739277" y="4066310"/>
                    <a:pt x="476251" y="4066310"/>
                  </a:cubicBezTo>
                  <a:cubicBezTo>
                    <a:pt x="213225" y="4066310"/>
                    <a:pt x="0" y="3853085"/>
                    <a:pt x="0" y="3590059"/>
                  </a:cubicBezTo>
                  <a:cubicBezTo>
                    <a:pt x="0" y="3392790"/>
                    <a:pt x="119939" y="3223533"/>
                    <a:pt x="290873" y="3151234"/>
                  </a:cubicBezTo>
                  <a:lnTo>
                    <a:pt x="354075" y="3131615"/>
                  </a:lnTo>
                  <a:lnTo>
                    <a:pt x="354075" y="122177"/>
                  </a:lnTo>
                  <a:cubicBezTo>
                    <a:pt x="354075" y="54701"/>
                    <a:pt x="408776" y="0"/>
                    <a:pt x="476252" y="0"/>
                  </a:cubicBezTo>
                  <a:close/>
                </a:path>
              </a:pathLst>
            </a:cu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ADFF7D23-1E9C-40A8-A68C-6A22CDF7ADD6}"/>
                </a:ext>
              </a:extLst>
            </p:cNvPr>
            <p:cNvSpPr/>
            <p:nvPr/>
          </p:nvSpPr>
          <p:spPr>
            <a:xfrm>
              <a:off x="5714248" y="2171170"/>
              <a:ext cx="763501" cy="3259450"/>
            </a:xfrm>
            <a:custGeom>
              <a:avLst/>
              <a:gdLst>
                <a:gd name="connsiteX0" fmla="*/ 476252 w 952502"/>
                <a:gd name="connsiteY0" fmla="*/ 0 h 4066310"/>
                <a:gd name="connsiteX1" fmla="*/ 598429 w 952502"/>
                <a:gd name="connsiteY1" fmla="*/ 122177 h 4066310"/>
                <a:gd name="connsiteX2" fmla="*/ 598428 w 952502"/>
                <a:gd name="connsiteY2" fmla="*/ 3131616 h 4066310"/>
                <a:gd name="connsiteX3" fmla="*/ 661630 w 952502"/>
                <a:gd name="connsiteY3" fmla="*/ 3151234 h 4066310"/>
                <a:gd name="connsiteX4" fmla="*/ 952502 w 952502"/>
                <a:gd name="connsiteY4" fmla="*/ 3590059 h 4066310"/>
                <a:gd name="connsiteX5" fmla="*/ 476251 w 952502"/>
                <a:gd name="connsiteY5" fmla="*/ 4066310 h 4066310"/>
                <a:gd name="connsiteX6" fmla="*/ 0 w 952502"/>
                <a:gd name="connsiteY6" fmla="*/ 3590059 h 4066310"/>
                <a:gd name="connsiteX7" fmla="*/ 290873 w 952502"/>
                <a:gd name="connsiteY7" fmla="*/ 3151234 h 4066310"/>
                <a:gd name="connsiteX8" fmla="*/ 354075 w 952502"/>
                <a:gd name="connsiteY8" fmla="*/ 3131615 h 4066310"/>
                <a:gd name="connsiteX9" fmla="*/ 354075 w 952502"/>
                <a:gd name="connsiteY9" fmla="*/ 122177 h 4066310"/>
                <a:gd name="connsiteX10" fmla="*/ 476252 w 952502"/>
                <a:gd name="connsiteY10" fmla="*/ 0 h 4066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2502" h="4066310">
                  <a:moveTo>
                    <a:pt x="476252" y="0"/>
                  </a:moveTo>
                  <a:cubicBezTo>
                    <a:pt x="543728" y="0"/>
                    <a:pt x="598429" y="54701"/>
                    <a:pt x="598429" y="122177"/>
                  </a:cubicBezTo>
                  <a:lnTo>
                    <a:pt x="598428" y="3131616"/>
                  </a:lnTo>
                  <a:lnTo>
                    <a:pt x="661630" y="3151234"/>
                  </a:lnTo>
                  <a:cubicBezTo>
                    <a:pt x="832563" y="3223533"/>
                    <a:pt x="952502" y="3392790"/>
                    <a:pt x="952502" y="3590059"/>
                  </a:cubicBezTo>
                  <a:cubicBezTo>
                    <a:pt x="952502" y="3853085"/>
                    <a:pt x="739277" y="4066310"/>
                    <a:pt x="476251" y="4066310"/>
                  </a:cubicBezTo>
                  <a:cubicBezTo>
                    <a:pt x="213225" y="4066310"/>
                    <a:pt x="0" y="3853085"/>
                    <a:pt x="0" y="3590059"/>
                  </a:cubicBezTo>
                  <a:cubicBezTo>
                    <a:pt x="0" y="3392790"/>
                    <a:pt x="119939" y="3223533"/>
                    <a:pt x="290873" y="3151234"/>
                  </a:cubicBezTo>
                  <a:lnTo>
                    <a:pt x="354075" y="3131615"/>
                  </a:lnTo>
                  <a:lnTo>
                    <a:pt x="354075" y="122177"/>
                  </a:lnTo>
                  <a:cubicBezTo>
                    <a:pt x="354075" y="54701"/>
                    <a:pt x="408776" y="0"/>
                    <a:pt x="476252" y="0"/>
                  </a:cubicBezTo>
                  <a:close/>
                </a:path>
              </a:pathLst>
            </a:custGeom>
            <a:noFill/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00" dirty="0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C74C1E1-91ED-498C-9A6B-1F93D9CEAC4D}"/>
                </a:ext>
              </a:extLst>
            </p:cNvPr>
            <p:cNvCxnSpPr>
              <a:cxnSpLocks/>
            </p:cNvCxnSpPr>
            <p:nvPr/>
          </p:nvCxnSpPr>
          <p:spPr>
            <a:xfrm>
              <a:off x="6104068" y="2184822"/>
              <a:ext cx="123425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281A662-F3FC-461F-A118-A96887E2B544}"/>
                </a:ext>
              </a:extLst>
            </p:cNvPr>
            <p:cNvCxnSpPr>
              <a:cxnSpLocks/>
            </p:cNvCxnSpPr>
            <p:nvPr/>
          </p:nvCxnSpPr>
          <p:spPr>
            <a:xfrm>
              <a:off x="6191557" y="3348219"/>
              <a:ext cx="1146762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CADE8D0-0DFC-44AF-91B9-C5F53F226A6B}"/>
                </a:ext>
              </a:extLst>
            </p:cNvPr>
            <p:cNvCxnSpPr>
              <a:cxnSpLocks/>
            </p:cNvCxnSpPr>
            <p:nvPr/>
          </p:nvCxnSpPr>
          <p:spPr>
            <a:xfrm>
              <a:off x="6191557" y="4689771"/>
              <a:ext cx="1146762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6DAF315-93F6-4F0A-A97C-CD72508FA8A8}"/>
                </a:ext>
              </a:extLst>
            </p:cNvPr>
            <p:cNvSpPr/>
            <p:nvPr/>
          </p:nvSpPr>
          <p:spPr>
            <a:xfrm>
              <a:off x="7185761" y="1914363"/>
              <a:ext cx="583950" cy="583950"/>
            </a:xfrm>
            <a:prstGeom prst="rect">
              <a:avLst/>
            </a:prstGeom>
            <a:noFill/>
            <a:ln w="7620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9</a:t>
              </a:r>
              <a:endPara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98E3D11-5810-492A-AAD3-17267F712220}"/>
                </a:ext>
              </a:extLst>
            </p:cNvPr>
            <p:cNvSpPr/>
            <p:nvPr/>
          </p:nvSpPr>
          <p:spPr>
            <a:xfrm>
              <a:off x="7185761" y="3080375"/>
              <a:ext cx="583950" cy="583950"/>
            </a:xfrm>
            <a:prstGeom prst="rect">
              <a:avLst/>
            </a:prstGeom>
            <a:noFill/>
            <a:ln w="7620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5</a:t>
              </a:r>
              <a:endPara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73BD43-0FC7-40B0-B076-736094CB776B}"/>
                </a:ext>
              </a:extLst>
            </p:cNvPr>
            <p:cNvSpPr/>
            <p:nvPr/>
          </p:nvSpPr>
          <p:spPr>
            <a:xfrm>
              <a:off x="7185761" y="4405172"/>
              <a:ext cx="583950" cy="583950"/>
            </a:xfrm>
            <a:prstGeom prst="rect">
              <a:avLst/>
            </a:prstGeom>
            <a:noFill/>
            <a:ln w="7620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1</a:t>
              </a:r>
              <a:endParaRPr lang="ko-KR" altLang="en-US" sz="16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E8D67-AC84-D652-0AF5-A044A5F5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BC37E6-43B0-8938-0556-79F98EA952D2}"/>
              </a:ext>
            </a:extLst>
          </p:cNvPr>
          <p:cNvSpPr txBox="1"/>
          <p:nvPr/>
        </p:nvSpPr>
        <p:spPr>
          <a:xfrm>
            <a:off x="531876" y="1089271"/>
            <a:ext cx="11201273" cy="3358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WHAT We Learn?</a:t>
            </a:r>
          </a:p>
          <a:p>
            <a:pPr algn="ctr">
              <a:lnSpc>
                <a:spcPct val="150000"/>
              </a:lnSpc>
            </a:pP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조직이 나에게 무엇을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하는지를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이해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하고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이를 이루기 위한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전략적 사고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과정을 거쳐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조직이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기대하는 도구인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말하기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와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글쓰기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통해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조직이 기대하는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성과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창출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하며 나의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가치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높인다</a:t>
            </a:r>
            <a:r>
              <a:rPr lang="en-US" altLang="ko-KR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71000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F4CDCA0-138E-9D05-896C-1052F2EC47EB}"/>
              </a:ext>
            </a:extLst>
          </p:cNvPr>
          <p:cNvSpPr txBox="1"/>
          <p:nvPr/>
        </p:nvSpPr>
        <p:spPr>
          <a:xfrm>
            <a:off x="1010992" y="895081"/>
            <a:ext cx="3692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Result Pyramid</a:t>
            </a:r>
            <a:endParaRPr lang="en-US" altLang="ko-KR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5B5C934-872F-793A-80C7-BCD2D003D4B7}"/>
              </a:ext>
            </a:extLst>
          </p:cNvPr>
          <p:cNvCxnSpPr>
            <a:cxnSpLocks/>
          </p:cNvCxnSpPr>
          <p:nvPr/>
        </p:nvCxnSpPr>
        <p:spPr>
          <a:xfrm>
            <a:off x="0" y="895081"/>
            <a:ext cx="1010992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추출 2">
            <a:extLst>
              <a:ext uri="{FF2B5EF4-FFF2-40B4-BE49-F238E27FC236}">
                <a16:creationId xmlns:a16="http://schemas.microsoft.com/office/drawing/2014/main" id="{7A0FC6FD-B2EE-14AC-1C6E-9534C9356FC5}"/>
              </a:ext>
            </a:extLst>
          </p:cNvPr>
          <p:cNvSpPr/>
          <p:nvPr/>
        </p:nvSpPr>
        <p:spPr>
          <a:xfrm>
            <a:off x="5150311" y="1951894"/>
            <a:ext cx="4311987" cy="4211121"/>
          </a:xfrm>
          <a:prstGeom prst="flowChartExtra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44CB579-AC43-8F57-B672-8A8A67E8D3AD}"/>
              </a:ext>
            </a:extLst>
          </p:cNvPr>
          <p:cNvCxnSpPr>
            <a:cxnSpLocks/>
          </p:cNvCxnSpPr>
          <p:nvPr/>
        </p:nvCxnSpPr>
        <p:spPr>
          <a:xfrm>
            <a:off x="6588018" y="3289537"/>
            <a:ext cx="1547933" cy="236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C9EB48-D05A-D658-0781-10EEF70E1E66}"/>
              </a:ext>
            </a:extLst>
          </p:cNvPr>
          <p:cNvCxnSpPr>
            <a:cxnSpLocks/>
          </p:cNvCxnSpPr>
          <p:nvPr/>
        </p:nvCxnSpPr>
        <p:spPr>
          <a:xfrm flipV="1">
            <a:off x="6041777" y="4211967"/>
            <a:ext cx="2648360" cy="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5CD205-E8F4-BBF7-A728-EBAC5B5C28CE}"/>
              </a:ext>
            </a:extLst>
          </p:cNvPr>
          <p:cNvCxnSpPr>
            <a:cxnSpLocks/>
          </p:cNvCxnSpPr>
          <p:nvPr/>
        </p:nvCxnSpPr>
        <p:spPr>
          <a:xfrm flipV="1">
            <a:off x="5566075" y="5016328"/>
            <a:ext cx="3528020" cy="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DC4646-BCF4-A9C8-553C-03D17F6F44E1}"/>
              </a:ext>
            </a:extLst>
          </p:cNvPr>
          <p:cNvSpPr txBox="1"/>
          <p:nvPr/>
        </p:nvSpPr>
        <p:spPr>
          <a:xfrm>
            <a:off x="6817600" y="2557316"/>
            <a:ext cx="977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결과</a:t>
            </a:r>
            <a:endParaRPr lang="en-US" altLang="ko-KR" sz="20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(Result)</a:t>
            </a:r>
            <a:endParaRPr lang="ko-KR" altLang="en-US" sz="16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A1A522-B657-AFA7-E37E-D89BA5E35594}"/>
              </a:ext>
            </a:extLst>
          </p:cNvPr>
          <p:cNvSpPr txBox="1"/>
          <p:nvPr/>
        </p:nvSpPr>
        <p:spPr>
          <a:xfrm>
            <a:off x="6811853" y="3502664"/>
            <a:ext cx="988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행동</a:t>
            </a:r>
            <a:endParaRPr lang="en-US" altLang="ko-KR" sz="20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(Action)</a:t>
            </a:r>
            <a:endParaRPr lang="ko-KR" altLang="en-US" sz="16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6F98E9-50F0-06AB-8B19-11F8BF46F9E9}"/>
              </a:ext>
            </a:extLst>
          </p:cNvPr>
          <p:cNvSpPr txBox="1"/>
          <p:nvPr/>
        </p:nvSpPr>
        <p:spPr>
          <a:xfrm>
            <a:off x="6849782" y="4317215"/>
            <a:ext cx="913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믿음</a:t>
            </a:r>
            <a:endParaRPr lang="en-US" altLang="ko-KR" sz="20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(Belief)</a:t>
            </a:r>
            <a:endParaRPr lang="ko-KR" altLang="en-US" sz="16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DEC858-1A3B-C3A4-A2D1-6BD724A42379}"/>
              </a:ext>
            </a:extLst>
          </p:cNvPr>
          <p:cNvSpPr txBox="1"/>
          <p:nvPr/>
        </p:nvSpPr>
        <p:spPr>
          <a:xfrm>
            <a:off x="6591178" y="5213723"/>
            <a:ext cx="1430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경험</a:t>
            </a:r>
            <a:endParaRPr lang="en-US" altLang="ko-KR" sz="20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(Experience)</a:t>
            </a:r>
            <a:endParaRPr lang="ko-KR" altLang="en-US" sz="1600" b="1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409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0002CFD-BB7B-4951-B9F4-E36B999A59F8}"/>
              </a:ext>
            </a:extLst>
          </p:cNvPr>
          <p:cNvSpPr txBox="1"/>
          <p:nvPr/>
        </p:nvSpPr>
        <p:spPr>
          <a:xfrm>
            <a:off x="6171615" y="2044163"/>
            <a:ext cx="3996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1.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주제를 듣고 가장 느낌이 </a:t>
            </a:r>
            <a:b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</a:b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  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오는 사진을 선택합니다</a:t>
            </a:r>
            <a:endParaRPr kumimoji="0" lang="en-US" altLang="ko-KR" sz="24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E2557D-EDA7-4E8C-9C8E-8CDC75F22824}"/>
              </a:ext>
            </a:extLst>
          </p:cNvPr>
          <p:cNvSpPr txBox="1"/>
          <p:nvPr/>
        </p:nvSpPr>
        <p:spPr>
          <a:xfrm>
            <a:off x="6171616" y="3010526"/>
            <a:ext cx="4780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2.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왜 이 사진을 골랐는지 생각합니다</a:t>
            </a:r>
            <a:endParaRPr kumimoji="0" lang="en-US" altLang="ko-KR" sz="24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8E7314-0FDA-450F-94FB-3D27AE9D73D3}"/>
              </a:ext>
            </a:extLst>
          </p:cNvPr>
          <p:cNvSpPr txBox="1"/>
          <p:nvPr/>
        </p:nvSpPr>
        <p:spPr>
          <a:xfrm>
            <a:off x="6171616" y="3669113"/>
            <a:ext cx="5115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3.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느낌</a:t>
            </a: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이미지 설명</a:t>
            </a: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사진을 고른 이유</a:t>
            </a: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  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개인의 경험 등을</a:t>
            </a:r>
            <a:r>
              <a:rPr kumimoji="0" lang="en-US" altLang="ko-KR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</a:t>
            </a: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포함한 내용을 </a:t>
            </a:r>
            <a:endParaRPr kumimoji="0" lang="en-US" altLang="ko-KR" sz="2400" b="0" i="0" u="none" strike="noStrike" kern="1200" cap="none" spc="-10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   팀원들과 함께 공유하게 됩니다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A0BB3-6D68-4D0A-9399-C3792439A55F}"/>
              </a:ext>
            </a:extLst>
          </p:cNvPr>
          <p:cNvSpPr txBox="1"/>
          <p:nvPr/>
        </p:nvSpPr>
        <p:spPr>
          <a:xfrm>
            <a:off x="587936" y="465436"/>
            <a:ext cx="2945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Visual Explorer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500C5-67C3-430A-ADC3-3F935A073B23}"/>
              </a:ext>
            </a:extLst>
          </p:cNvPr>
          <p:cNvSpPr txBox="1"/>
          <p:nvPr/>
        </p:nvSpPr>
        <p:spPr>
          <a:xfrm>
            <a:off x="2506716" y="5526908"/>
            <a:ext cx="7178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9061F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한 장의 사진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061F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이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9061F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천 마디의 말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061F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보다 더 많은 것을 설명합니다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C9061F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6DCDC7A-C808-421C-CF0E-C0C7DAF26C0D}"/>
              </a:ext>
            </a:extLst>
          </p:cNvPr>
          <p:cNvGrpSpPr/>
          <p:nvPr/>
        </p:nvGrpSpPr>
        <p:grpSpPr>
          <a:xfrm>
            <a:off x="732169" y="2044162"/>
            <a:ext cx="4818922" cy="2825279"/>
            <a:chOff x="423863" y="1201468"/>
            <a:chExt cx="8296274" cy="486400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967ADA5-4DC6-BF11-1377-15CE97008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3863" y="1205481"/>
              <a:ext cx="5452110" cy="2109484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6072614-7CCE-33CE-4D35-FEFD9EF52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2913" y="3935293"/>
              <a:ext cx="5427070" cy="210948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025B0BA-CC02-CEC8-44B6-29C04E7DD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44727" y="1201468"/>
              <a:ext cx="2675410" cy="213652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1CC7B7E-E596-81D5-7FC3-437570683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44727" y="3935293"/>
              <a:ext cx="2675410" cy="2130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92455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A8CC0C-750F-456A-ECAF-32CA524336FC}"/>
              </a:ext>
            </a:extLst>
          </p:cNvPr>
          <p:cNvSpPr txBox="1"/>
          <p:nvPr/>
        </p:nvSpPr>
        <p:spPr>
          <a:xfrm>
            <a:off x="3571912" y="305068"/>
            <a:ext cx="504817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0" dirty="0">
                <a:solidFill>
                  <a:schemeClr val="bg1">
                    <a:lumMod val="8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</a:t>
            </a:r>
            <a:endParaRPr lang="ko-KR" altLang="en-US" sz="40000" dirty="0">
              <a:solidFill>
                <a:schemeClr val="bg1">
                  <a:lumMod val="8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A0BB3-6D68-4D0A-9399-C3792439A55F}"/>
              </a:ext>
            </a:extLst>
          </p:cNvPr>
          <p:cNvSpPr txBox="1"/>
          <p:nvPr/>
        </p:nvSpPr>
        <p:spPr>
          <a:xfrm>
            <a:off x="587936" y="465436"/>
            <a:ext cx="2945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Visual Explorer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500C5-67C3-430A-ADC3-3F935A073B23}"/>
              </a:ext>
            </a:extLst>
          </p:cNvPr>
          <p:cNvSpPr txBox="1"/>
          <p:nvPr/>
        </p:nvSpPr>
        <p:spPr>
          <a:xfrm>
            <a:off x="3317037" y="2698668"/>
            <a:ext cx="55579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가장 느낌이 오는 이미지 선택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564CD-5276-29F8-87C5-990FB4AB664F}"/>
              </a:ext>
            </a:extLst>
          </p:cNvPr>
          <p:cNvSpPr txBox="1"/>
          <p:nvPr/>
        </p:nvSpPr>
        <p:spPr>
          <a:xfrm>
            <a:off x="4054422" y="3429000"/>
            <a:ext cx="4083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요즘 </a:t>
            </a: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내 주 관심사는</a:t>
            </a:r>
            <a:r>
              <a:rPr lang="en-US" altLang="ko-K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?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9087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DFB3-FE9E-E904-32CF-4AB8CAFDF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B8744-7284-0C7B-79C4-94E525E7D4A9}"/>
              </a:ext>
            </a:extLst>
          </p:cNvPr>
          <p:cNvSpPr txBox="1"/>
          <p:nvPr/>
        </p:nvSpPr>
        <p:spPr>
          <a:xfrm>
            <a:off x="3571912" y="305068"/>
            <a:ext cx="504817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0" dirty="0">
                <a:solidFill>
                  <a:schemeClr val="bg1">
                    <a:lumMod val="8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</a:t>
            </a:r>
            <a:endParaRPr lang="ko-KR" altLang="en-US" sz="40000" dirty="0">
              <a:solidFill>
                <a:schemeClr val="bg1">
                  <a:lumMod val="8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E2900-D1CA-0CD6-36DC-1D339DA5B683}"/>
              </a:ext>
            </a:extLst>
          </p:cNvPr>
          <p:cNvSpPr txBox="1"/>
          <p:nvPr/>
        </p:nvSpPr>
        <p:spPr>
          <a:xfrm>
            <a:off x="587936" y="465436"/>
            <a:ext cx="2945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Visual Explorer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D310B4-70D1-CD8C-2F22-05FA6A6CF4D2}"/>
              </a:ext>
            </a:extLst>
          </p:cNvPr>
          <p:cNvSpPr txBox="1"/>
          <p:nvPr/>
        </p:nvSpPr>
        <p:spPr>
          <a:xfrm>
            <a:off x="2977212" y="2223465"/>
            <a:ext cx="62376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FST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의 이상적인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과장을 가장 잘 나타내는 이미지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?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E3C58-9D7F-EABC-39A6-AEBB7D4AFC2A}"/>
              </a:ext>
            </a:extLst>
          </p:cNvPr>
          <p:cNvSpPr txBox="1"/>
          <p:nvPr/>
        </p:nvSpPr>
        <p:spPr>
          <a:xfrm>
            <a:off x="3722612" y="3429000"/>
            <a:ext cx="47468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이를 이루기 위해 나에게 </a:t>
            </a:r>
            <a:endParaRPr lang="en-US" altLang="ko-KR" sz="3200" b="1" dirty="0">
              <a:solidFill>
                <a:schemeClr val="tx1">
                  <a:lumMod val="95000"/>
                  <a:lumOff val="5000"/>
                </a:schemeClr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가장 필요한 것은</a:t>
            </a:r>
            <a:r>
              <a:rPr lang="en-US" altLang="ko-K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?</a:t>
            </a: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2731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2AE23B-6178-F700-3F18-C30BAFC1FF7F}"/>
              </a:ext>
            </a:extLst>
          </p:cNvPr>
          <p:cNvSpPr txBox="1"/>
          <p:nvPr/>
        </p:nvSpPr>
        <p:spPr>
          <a:xfrm>
            <a:off x="3571912" y="305068"/>
            <a:ext cx="504817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0" dirty="0">
                <a:solidFill>
                  <a:schemeClr val="bg1">
                    <a:lumMod val="8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</a:t>
            </a:r>
            <a:endParaRPr lang="ko-KR" altLang="en-US" sz="40000" dirty="0">
              <a:solidFill>
                <a:schemeClr val="bg1">
                  <a:lumMod val="8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A0BB3-6D68-4D0A-9399-C3792439A55F}"/>
              </a:ext>
            </a:extLst>
          </p:cNvPr>
          <p:cNvSpPr txBox="1"/>
          <p:nvPr/>
        </p:nvSpPr>
        <p:spPr>
          <a:xfrm>
            <a:off x="587936" y="465436"/>
            <a:ext cx="2945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Visual Explorer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500C5-67C3-430A-ADC3-3F935A073B23}"/>
              </a:ext>
            </a:extLst>
          </p:cNvPr>
          <p:cNvSpPr txBox="1"/>
          <p:nvPr/>
        </p:nvSpPr>
        <p:spPr>
          <a:xfrm>
            <a:off x="2305549" y="2698668"/>
            <a:ext cx="758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우리 </a:t>
            </a:r>
            <a:r>
              <a:rPr lang="ko-KR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조직을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 가장 잘 나타내는 이미지는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?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564CD-5276-29F8-87C5-990FB4AB664F}"/>
              </a:ext>
            </a:extLst>
          </p:cNvPr>
          <p:cNvSpPr txBox="1"/>
          <p:nvPr/>
        </p:nvSpPr>
        <p:spPr>
          <a:xfrm>
            <a:off x="2242232" y="3429000"/>
            <a:ext cx="77075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그 안의 나는 어떤 모습을 보이고 있는가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?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978D4-7243-6CD9-AC1C-B84FDD81E04C}"/>
              </a:ext>
            </a:extLst>
          </p:cNvPr>
          <p:cNvSpPr txBox="1"/>
          <p:nvPr/>
        </p:nvSpPr>
        <p:spPr>
          <a:xfrm>
            <a:off x="2848159" y="4762622"/>
            <a:ext cx="6495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+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내가 기대하는 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우리팀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 이미지는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나눔고딕"/>
              </a:rPr>
              <a:t>?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1120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3D98F-206B-92F3-D2AB-B443CB32ADCE}"/>
              </a:ext>
            </a:extLst>
          </p:cNvPr>
          <p:cNvSpPr txBox="1"/>
          <p:nvPr/>
        </p:nvSpPr>
        <p:spPr>
          <a:xfrm>
            <a:off x="531876" y="1089271"/>
            <a:ext cx="11201273" cy="3358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WHAT We Learn?</a:t>
            </a:r>
          </a:p>
          <a:p>
            <a:pPr algn="ctr">
              <a:lnSpc>
                <a:spcPct val="150000"/>
              </a:lnSpc>
            </a:pP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조직이 나에게 무엇을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하는지를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이해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하고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이를 이루기 위한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전략적 사고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과정을 거쳐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조직이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기대하는 도구인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말하기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와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글쓰기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통해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조직이 기대하는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성과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창출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하며 나의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가치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를 </a:t>
            </a:r>
            <a:r>
              <a:rPr lang="ko-KR" altLang="en-US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높인다</a:t>
            </a:r>
            <a:r>
              <a:rPr lang="en-US" altLang="ko-KR" sz="24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62193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DC3DB9DD-EEC3-E02F-2040-B4A37063A9E5}"/>
              </a:ext>
            </a:extLst>
          </p:cNvPr>
          <p:cNvGrpSpPr/>
          <p:nvPr/>
        </p:nvGrpSpPr>
        <p:grpSpPr>
          <a:xfrm>
            <a:off x="2025185" y="983058"/>
            <a:ext cx="1473717" cy="1921763"/>
            <a:chOff x="1608966" y="1507237"/>
            <a:chExt cx="1473717" cy="1921763"/>
          </a:xfrm>
        </p:grpSpPr>
        <p:pic>
          <p:nvPicPr>
            <p:cNvPr id="6" name="그래픽 5" descr="프레젠테이션 막대형 차트 단색으로 채워진">
              <a:extLst>
                <a:ext uri="{FF2B5EF4-FFF2-40B4-BE49-F238E27FC236}">
                  <a16:creationId xmlns:a16="http://schemas.microsoft.com/office/drawing/2014/main" id="{89EA3F6D-1A5C-1048-E94C-D598B127C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8966" y="1507237"/>
              <a:ext cx="1473717" cy="147371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B6E3FA-F710-B051-067F-586B2E67AC5F}"/>
                </a:ext>
              </a:extLst>
            </p:cNvPr>
            <p:cNvSpPr txBox="1"/>
            <p:nvPr/>
          </p:nvSpPr>
          <p:spPr>
            <a:xfrm>
              <a:off x="2027468" y="3059668"/>
              <a:ext cx="636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제안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580027F-6BED-7355-C60F-AA0D4B07BDA6}"/>
              </a:ext>
            </a:extLst>
          </p:cNvPr>
          <p:cNvSpPr txBox="1"/>
          <p:nvPr/>
        </p:nvSpPr>
        <p:spPr>
          <a:xfrm>
            <a:off x="4208126" y="1465046"/>
            <a:ext cx="515237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설득</a:t>
            </a:r>
            <a:r>
              <a:rPr lang="en-US" altLang="ko-KR" sz="24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6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문제 해결</a:t>
            </a:r>
            <a:r>
              <a:rPr lang="en-US" altLang="ko-KR" sz="16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16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행동 변화</a:t>
            </a:r>
            <a:r>
              <a:rPr lang="en-US" altLang="ko-KR" sz="16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endParaRPr lang="en-US" altLang="ko-KR" sz="2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#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이거 어때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#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왜 하는데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  #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뭐  하려고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#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팔아봐</a:t>
            </a:r>
            <a:endPara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9" name="Group 16">
            <a:extLst>
              <a:ext uri="{FF2B5EF4-FFF2-40B4-BE49-F238E27FC236}">
                <a16:creationId xmlns:a16="http://schemas.microsoft.com/office/drawing/2014/main" id="{27FEFFA1-DCAB-C657-AF21-835B0EF51D8B}"/>
              </a:ext>
            </a:extLst>
          </p:cNvPr>
          <p:cNvGrpSpPr/>
          <p:nvPr/>
        </p:nvGrpSpPr>
        <p:grpSpPr>
          <a:xfrm>
            <a:off x="1905637" y="3953180"/>
            <a:ext cx="7211385" cy="1733760"/>
            <a:chOff x="1365014" y="3675223"/>
            <a:chExt cx="7211385" cy="17337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F12255-D581-9A80-AAA3-A6BF37B12D15}"/>
                </a:ext>
              </a:extLst>
            </p:cNvPr>
            <p:cNvSpPr txBox="1"/>
            <p:nvPr/>
          </p:nvSpPr>
          <p:spPr>
            <a:xfrm>
              <a:off x="7946097" y="5039651"/>
              <a:ext cx="6303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보고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2ADA2B-82E5-11A1-F78E-A5DE3DEDF2FE}"/>
                </a:ext>
              </a:extLst>
            </p:cNvPr>
            <p:cNvSpPr txBox="1"/>
            <p:nvPr/>
          </p:nvSpPr>
          <p:spPr>
            <a:xfrm>
              <a:off x="1365014" y="3675223"/>
              <a:ext cx="54864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32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이해</a:t>
              </a:r>
              <a:r>
                <a:rPr lang="en-US" altLang="ko-KR" sz="24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</a:t>
              </a:r>
              <a:r>
                <a:rPr lang="en-US" altLang="ko-KR" sz="16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(</a:t>
              </a:r>
              <a:r>
                <a:rPr lang="ko-KR" altLang="en-US" sz="16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상황 분석</a:t>
              </a:r>
              <a:r>
                <a:rPr lang="en-US" altLang="ko-KR" sz="16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,</a:t>
              </a:r>
              <a:r>
                <a:rPr lang="ko-KR" altLang="en-US" sz="16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업무 실행</a:t>
              </a:r>
              <a:r>
                <a:rPr lang="en-US" altLang="ko-KR" sz="16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)</a:t>
              </a:r>
            </a:p>
            <a:p>
              <a:endParaRPr lang="en-US" altLang="ko-KR" sz="2400" dirty="0"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  <a:p>
              <a:pPr lvl="0"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#</a:t>
              </a:r>
              <a:r>
                <a:rPr lang="ko-KR" altLang="en-US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</a:t>
              </a:r>
              <a:r>
                <a:rPr lang="en-US" altLang="ko-KR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~</a:t>
              </a:r>
              <a:r>
                <a:rPr lang="ko-KR" altLang="en-US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할게요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</a:t>
              </a:r>
              <a:r>
                <a:rPr lang="en-US" altLang="ko-KR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#</a:t>
              </a:r>
              <a:r>
                <a:rPr lang="ko-KR" altLang="en-US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</a:t>
              </a:r>
              <a:r>
                <a:rPr lang="en-US" altLang="ko-KR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~</a:t>
              </a:r>
              <a:r>
                <a:rPr lang="ko-KR" altLang="en-US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하고 있어요 </a:t>
              </a:r>
              <a:r>
                <a:rPr lang="en-US" altLang="ko-KR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# ~</a:t>
              </a:r>
              <a:r>
                <a:rPr lang="ko-KR" altLang="en-US" dirty="0">
                  <a:solidFill>
                    <a:prstClr val="black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했어요</a:t>
              </a:r>
              <a:endParaRPr lang="en-US" altLang="ko-KR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grpSp>
        <p:nvGrpSpPr>
          <p:cNvPr id="12" name="Group 13">
            <a:extLst>
              <a:ext uri="{FF2B5EF4-FFF2-40B4-BE49-F238E27FC236}">
                <a16:creationId xmlns:a16="http://schemas.microsoft.com/office/drawing/2014/main" id="{BDA206A1-EFF7-9504-F165-8AB962DB1064}"/>
              </a:ext>
            </a:extLst>
          </p:cNvPr>
          <p:cNvGrpSpPr/>
          <p:nvPr/>
        </p:nvGrpSpPr>
        <p:grpSpPr>
          <a:xfrm>
            <a:off x="8057362" y="3834593"/>
            <a:ext cx="1489018" cy="1489018"/>
            <a:chOff x="3555294" y="1128406"/>
            <a:chExt cx="4108249" cy="4108249"/>
          </a:xfrm>
        </p:grpSpPr>
        <p:pic>
          <p:nvPicPr>
            <p:cNvPr id="13" name="그래픽 13" descr="계약 단색으로 채워진">
              <a:extLst>
                <a:ext uri="{FF2B5EF4-FFF2-40B4-BE49-F238E27FC236}">
                  <a16:creationId xmlns:a16="http://schemas.microsoft.com/office/drawing/2014/main" id="{DD1A5CCD-CCD1-AE31-430C-9F69CB7F1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55294" y="1128406"/>
              <a:ext cx="4108249" cy="4108249"/>
            </a:xfrm>
            <a:prstGeom prst="rect">
              <a:avLst/>
            </a:prstGeom>
          </p:spPr>
        </p:pic>
        <p:pic>
          <p:nvPicPr>
            <p:cNvPr id="14" name="Picture 23" descr="Icon&#10;&#10;Description automatically generated">
              <a:extLst>
                <a:ext uri="{FF2B5EF4-FFF2-40B4-BE49-F238E27FC236}">
                  <a16:creationId xmlns:a16="http://schemas.microsoft.com/office/drawing/2014/main" id="{FB766E52-AC7E-D41C-C39C-84FAFBAD8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biLevel thresh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09418" y="2669721"/>
              <a:ext cx="1018173" cy="1518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40459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A81D923-4787-BDEC-0671-887E834C770C}"/>
              </a:ext>
            </a:extLst>
          </p:cNvPr>
          <p:cNvGrpSpPr/>
          <p:nvPr/>
        </p:nvGrpSpPr>
        <p:grpSpPr>
          <a:xfrm>
            <a:off x="1600673" y="1463743"/>
            <a:ext cx="8990653" cy="3705225"/>
            <a:chOff x="271491" y="1576387"/>
            <a:chExt cx="8990653" cy="3705225"/>
          </a:xfrm>
        </p:grpSpPr>
        <p:grpSp>
          <p:nvGrpSpPr>
            <p:cNvPr id="3" name="Group 4">
              <a:extLst>
                <a:ext uri="{FF2B5EF4-FFF2-40B4-BE49-F238E27FC236}">
                  <a16:creationId xmlns:a16="http://schemas.microsoft.com/office/drawing/2014/main" id="{2316F0AE-AE1F-0079-AABB-623B68D470E9}"/>
                </a:ext>
              </a:extLst>
            </p:cNvPr>
            <p:cNvGrpSpPr/>
            <p:nvPr/>
          </p:nvGrpSpPr>
          <p:grpSpPr>
            <a:xfrm>
              <a:off x="271491" y="1576387"/>
              <a:ext cx="8990653" cy="3705225"/>
              <a:chOff x="427746" y="1500188"/>
              <a:chExt cx="8990653" cy="3705225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64AD51F-D063-D497-99A3-CD2EB33FE281}"/>
                  </a:ext>
                </a:extLst>
              </p:cNvPr>
              <p:cNvSpPr/>
              <p:nvPr/>
            </p:nvSpPr>
            <p:spPr>
              <a:xfrm>
                <a:off x="3667125" y="1500188"/>
                <a:ext cx="2571750" cy="714375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4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비즈니스 기획</a:t>
                </a: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603659A-25BF-B48D-46BD-7E6F4F5EDE94}"/>
                  </a:ext>
                </a:extLst>
              </p:cNvPr>
              <p:cNvSpPr/>
              <p:nvPr/>
            </p:nvSpPr>
            <p:spPr>
              <a:xfrm>
                <a:off x="1291227" y="2852738"/>
                <a:ext cx="2571750" cy="7143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400" dirty="0">
                    <a:solidFill>
                      <a:srgbClr val="00206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제안</a:t>
                </a: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B82C04B-E345-2A29-1469-8A65F5B1A458}"/>
                  </a:ext>
                </a:extLst>
              </p:cNvPr>
              <p:cNvSpPr/>
              <p:nvPr/>
            </p:nvSpPr>
            <p:spPr>
              <a:xfrm>
                <a:off x="5983168" y="2847975"/>
                <a:ext cx="2571750" cy="7143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400" dirty="0">
                    <a:solidFill>
                      <a:srgbClr val="00206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보고</a:t>
                </a: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3F37F5FC-CCCC-56EF-4C33-4BD0EB33BFDC}"/>
                  </a:ext>
                </a:extLst>
              </p:cNvPr>
              <p:cNvCxnSpPr>
                <a:stCxn id="6" idx="2"/>
                <a:endCxn id="7" idx="0"/>
              </p:cNvCxnSpPr>
              <p:nvPr/>
            </p:nvCxnSpPr>
            <p:spPr>
              <a:xfrm flipH="1">
                <a:off x="2577102" y="2214563"/>
                <a:ext cx="2375898" cy="6381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5CFFF417-882C-26BE-7DE9-C0A54A637524}"/>
                  </a:ext>
                </a:extLst>
              </p:cNvPr>
              <p:cNvCxnSpPr>
                <a:stCxn id="6" idx="2"/>
                <a:endCxn id="8" idx="0"/>
              </p:cNvCxnSpPr>
              <p:nvPr/>
            </p:nvCxnSpPr>
            <p:spPr>
              <a:xfrm>
                <a:off x="4953000" y="2214563"/>
                <a:ext cx="2316043" cy="6334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BCC2D93-5B52-DC5B-E63B-5F827236A9C7}"/>
                  </a:ext>
                </a:extLst>
              </p:cNvPr>
              <p:cNvSpPr/>
              <p:nvPr/>
            </p:nvSpPr>
            <p:spPr>
              <a:xfrm>
                <a:off x="427746" y="4491038"/>
                <a:ext cx="1368000" cy="71437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400" dirty="0">
                    <a:solidFill>
                      <a:schemeClr val="tx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기획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4967B24-CB2F-1789-0833-035817F753AB}"/>
                  </a:ext>
                </a:extLst>
              </p:cNvPr>
              <p:cNvSpPr/>
              <p:nvPr/>
            </p:nvSpPr>
            <p:spPr>
              <a:xfrm>
                <a:off x="3358458" y="4491038"/>
                <a:ext cx="1368000" cy="71437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400" dirty="0">
                    <a:solidFill>
                      <a:schemeClr val="tx1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소개</a:t>
                </a: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5CE820DA-E246-A8B3-3747-B88392C6ADF5}"/>
                  </a:ext>
                </a:extLst>
              </p:cNvPr>
              <p:cNvGrpSpPr/>
              <p:nvPr/>
            </p:nvGrpSpPr>
            <p:grpSpPr>
              <a:xfrm>
                <a:off x="5119687" y="4483893"/>
                <a:ext cx="4298712" cy="714375"/>
                <a:chOff x="5119687" y="4483893"/>
                <a:chExt cx="4298712" cy="71437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407DA202-89B5-F79E-D09A-8CCDC2F7B9DA}"/>
                    </a:ext>
                  </a:extLst>
                </p:cNvPr>
                <p:cNvSpPr/>
                <p:nvPr/>
              </p:nvSpPr>
              <p:spPr>
                <a:xfrm>
                  <a:off x="5119687" y="4483893"/>
                  <a:ext cx="1368000" cy="71437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2400" dirty="0">
                      <a:solidFill>
                        <a:schemeClr val="tx1"/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정책</a:t>
                  </a:r>
                </a:p>
              </p:txBody>
            </p: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E1A53F77-75A2-A657-1D3D-C497898AE342}"/>
                    </a:ext>
                  </a:extLst>
                </p:cNvPr>
                <p:cNvSpPr/>
                <p:nvPr/>
              </p:nvSpPr>
              <p:spPr>
                <a:xfrm>
                  <a:off x="6585043" y="4483893"/>
                  <a:ext cx="1368000" cy="71437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2400" dirty="0">
                      <a:solidFill>
                        <a:schemeClr val="tx1"/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상황</a:t>
                  </a:r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0362EEBA-D77E-4D2F-4110-35228712E7F5}"/>
                    </a:ext>
                  </a:extLst>
                </p:cNvPr>
                <p:cNvSpPr/>
                <p:nvPr/>
              </p:nvSpPr>
              <p:spPr>
                <a:xfrm>
                  <a:off x="8050399" y="4483893"/>
                  <a:ext cx="1368000" cy="71437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2400" dirty="0">
                      <a:solidFill>
                        <a:schemeClr val="tx1"/>
                      </a:solidFill>
                      <a:latin typeface="G마켓 산스 Bold" panose="02000000000000000000" pitchFamily="50" charset="-127"/>
                      <a:ea typeface="G마켓 산스 Bold" panose="02000000000000000000" pitchFamily="50" charset="-127"/>
                    </a:rPr>
                    <a:t>회의</a:t>
                  </a:r>
                </a:p>
              </p:txBody>
            </p:sp>
          </p:grp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73B75D1F-69E7-1158-4DE4-F5ED5CE494A1}"/>
                  </a:ext>
                </a:extLst>
              </p:cNvPr>
              <p:cNvCxnSpPr>
                <a:stCxn id="7" idx="2"/>
                <a:endCxn id="11" idx="0"/>
              </p:cNvCxnSpPr>
              <p:nvPr/>
            </p:nvCxnSpPr>
            <p:spPr>
              <a:xfrm flipH="1">
                <a:off x="1111746" y="3567113"/>
                <a:ext cx="1465356" cy="9239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6C292492-2CEC-FAEC-B5A7-460EDC48B61B}"/>
                  </a:ext>
                </a:extLst>
              </p:cNvPr>
              <p:cNvCxnSpPr>
                <a:stCxn id="7" idx="2"/>
                <a:endCxn id="12" idx="0"/>
              </p:cNvCxnSpPr>
              <p:nvPr/>
            </p:nvCxnSpPr>
            <p:spPr>
              <a:xfrm>
                <a:off x="2577102" y="3567113"/>
                <a:ext cx="1465356" cy="9239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8C379061-E46C-60A9-8810-2B43296B5FED}"/>
                  </a:ext>
                </a:extLst>
              </p:cNvPr>
              <p:cNvCxnSpPr>
                <a:stCxn id="8" idx="2"/>
                <a:endCxn id="19" idx="0"/>
              </p:cNvCxnSpPr>
              <p:nvPr/>
            </p:nvCxnSpPr>
            <p:spPr>
              <a:xfrm flipH="1">
                <a:off x="5803687" y="3562350"/>
                <a:ext cx="1465356" cy="9215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D20E0D71-9301-D5A8-55A7-41DBDE8EF702}"/>
                  </a:ext>
                </a:extLst>
              </p:cNvPr>
              <p:cNvCxnSpPr>
                <a:stCxn id="8" idx="2"/>
                <a:endCxn id="20" idx="0"/>
              </p:cNvCxnSpPr>
              <p:nvPr/>
            </p:nvCxnSpPr>
            <p:spPr>
              <a:xfrm>
                <a:off x="7269043" y="3562350"/>
                <a:ext cx="0" cy="9215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90A9BD7A-97DF-60ED-76A6-B751EB130194}"/>
                  </a:ext>
                </a:extLst>
              </p:cNvPr>
              <p:cNvCxnSpPr>
                <a:stCxn id="8" idx="2"/>
                <a:endCxn id="21" idx="0"/>
              </p:cNvCxnSpPr>
              <p:nvPr/>
            </p:nvCxnSpPr>
            <p:spPr>
              <a:xfrm>
                <a:off x="7269043" y="3562350"/>
                <a:ext cx="1465356" cy="9215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직사각형 24">
              <a:extLst>
                <a:ext uri="{FF2B5EF4-FFF2-40B4-BE49-F238E27FC236}">
                  <a16:creationId xmlns:a16="http://schemas.microsoft.com/office/drawing/2014/main" id="{03491A71-6063-0F29-0D1B-5E05ED102FFB}"/>
                </a:ext>
              </a:extLst>
            </p:cNvPr>
            <p:cNvSpPr/>
            <p:nvPr/>
          </p:nvSpPr>
          <p:spPr>
            <a:xfrm>
              <a:off x="1736847" y="4567237"/>
              <a:ext cx="1368000" cy="7143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투자</a:t>
              </a:r>
            </a:p>
          </p:txBody>
        </p:sp>
        <p:cxnSp>
          <p:nvCxnSpPr>
            <p:cNvPr id="5" name="직선 연결선 32">
              <a:extLst>
                <a:ext uri="{FF2B5EF4-FFF2-40B4-BE49-F238E27FC236}">
                  <a16:creationId xmlns:a16="http://schemas.microsoft.com/office/drawing/2014/main" id="{BEB0AF49-F694-E77F-8FD5-04D1214CB57E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2420847" y="3645694"/>
              <a:ext cx="0" cy="921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651189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AE193-4C0F-E7A8-3DF8-5F6B86C02739}"/>
              </a:ext>
            </a:extLst>
          </p:cNvPr>
          <p:cNvSpPr txBox="1"/>
          <p:nvPr/>
        </p:nvSpPr>
        <p:spPr>
          <a:xfrm>
            <a:off x="531876" y="1076018"/>
            <a:ext cx="11201273" cy="3557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나는 어느 정도의 수준을 가지고 있는가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Step 1 :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이제 시작 배울 준비가 되어있다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  <a:endParaRPr lang="ko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Step 2 :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시간이 좀 걸린다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정신이 없고 몇 번의 수정이 있다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  <a:endParaRPr lang="ko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Step 3 :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감이 잡히고 빠른 초안을 만들 수 있고 수정하면 정리가 된다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  <a:endParaRPr lang="ko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Step 4 : </a:t>
            </a:r>
            <a:r>
              <a:rPr lang="ko-KR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아카이빙된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자료들이 있고 상황에 따라 빠른 처리 가능하다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 </a:t>
            </a:r>
            <a:endParaRPr lang="ko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Step 5 :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문서의 틀을 만들고 구조화 가능하며 조직이 원하는 것을 알고 있다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  <a:endParaRPr lang="ko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Step 6 : </a:t>
            </a:r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전체 문서를 요약 정리하고 누군가에게 코칭이 가능하다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 </a:t>
            </a:r>
            <a:endParaRPr lang="ko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38363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512B90E-DD5B-4B20-9D7F-83361B53A6F5}"/>
              </a:ext>
            </a:extLst>
          </p:cNvPr>
          <p:cNvSpPr txBox="1"/>
          <p:nvPr/>
        </p:nvSpPr>
        <p:spPr>
          <a:xfrm>
            <a:off x="605273" y="414169"/>
            <a:ext cx="328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Result Pyramid</a:t>
            </a:r>
          </a:p>
        </p:txBody>
      </p:sp>
      <p:sp>
        <p:nvSpPr>
          <p:cNvPr id="40" name="순서도: 추출 39">
            <a:extLst>
              <a:ext uri="{FF2B5EF4-FFF2-40B4-BE49-F238E27FC236}">
                <a16:creationId xmlns:a16="http://schemas.microsoft.com/office/drawing/2014/main" id="{D4C2B011-8476-45F9-AEC1-1FFC9861FA0F}"/>
              </a:ext>
            </a:extLst>
          </p:cNvPr>
          <p:cNvSpPr/>
          <p:nvPr/>
        </p:nvSpPr>
        <p:spPr>
          <a:xfrm>
            <a:off x="4674637" y="1689442"/>
            <a:ext cx="4311987" cy="4211121"/>
          </a:xfrm>
          <a:prstGeom prst="flowChartExtra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6BBCF48-1A7D-4987-8291-071BF2BC132D}"/>
              </a:ext>
            </a:extLst>
          </p:cNvPr>
          <p:cNvCxnSpPr>
            <a:cxnSpLocks/>
          </p:cNvCxnSpPr>
          <p:nvPr/>
        </p:nvCxnSpPr>
        <p:spPr>
          <a:xfrm>
            <a:off x="6112344" y="3027085"/>
            <a:ext cx="1547933" cy="236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4BC4731-68C6-4E74-974D-51E9A90365D5}"/>
              </a:ext>
            </a:extLst>
          </p:cNvPr>
          <p:cNvCxnSpPr>
            <a:cxnSpLocks/>
          </p:cNvCxnSpPr>
          <p:nvPr/>
        </p:nvCxnSpPr>
        <p:spPr>
          <a:xfrm flipV="1">
            <a:off x="5566103" y="3949515"/>
            <a:ext cx="2648360" cy="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2F9B673-19BB-4145-892B-555FA2FBBEBE}"/>
              </a:ext>
            </a:extLst>
          </p:cNvPr>
          <p:cNvCxnSpPr>
            <a:cxnSpLocks/>
          </p:cNvCxnSpPr>
          <p:nvPr/>
        </p:nvCxnSpPr>
        <p:spPr>
          <a:xfrm flipV="1">
            <a:off x="5090401" y="4753876"/>
            <a:ext cx="3528020" cy="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085A0F1-0B79-43DB-A66F-50DF0193BC1A}"/>
              </a:ext>
            </a:extLst>
          </p:cNvPr>
          <p:cNvSpPr txBox="1"/>
          <p:nvPr/>
        </p:nvSpPr>
        <p:spPr>
          <a:xfrm>
            <a:off x="6341926" y="2294864"/>
            <a:ext cx="977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결과</a:t>
            </a:r>
            <a:endParaRPr lang="en-US" altLang="ko-KR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(Result)</a:t>
            </a:r>
            <a:endParaRPr lang="ko-KR" altLang="en-US" sz="1400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5A0E16-B648-4E9F-9579-0AA1625ED95E}"/>
              </a:ext>
            </a:extLst>
          </p:cNvPr>
          <p:cNvSpPr txBox="1"/>
          <p:nvPr/>
        </p:nvSpPr>
        <p:spPr>
          <a:xfrm>
            <a:off x="6336179" y="3240212"/>
            <a:ext cx="988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행동</a:t>
            </a:r>
            <a:endParaRPr lang="en-US" altLang="ko-KR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(Action)</a:t>
            </a:r>
            <a:endParaRPr lang="ko-KR" altLang="en-US" sz="1400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5AB78-FF70-4D4C-8F97-32182678794E}"/>
              </a:ext>
            </a:extLst>
          </p:cNvPr>
          <p:cNvSpPr txBox="1"/>
          <p:nvPr/>
        </p:nvSpPr>
        <p:spPr>
          <a:xfrm>
            <a:off x="6374108" y="4054763"/>
            <a:ext cx="913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믿음</a:t>
            </a:r>
            <a:endParaRPr lang="en-US" altLang="ko-KR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(Belief)</a:t>
            </a:r>
            <a:endParaRPr lang="ko-KR" altLang="en-US" sz="1400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65AC9F-FDB3-4A6B-8448-C33DF8CA251A}"/>
              </a:ext>
            </a:extLst>
          </p:cNvPr>
          <p:cNvSpPr txBox="1"/>
          <p:nvPr/>
        </p:nvSpPr>
        <p:spPr>
          <a:xfrm>
            <a:off x="6115504" y="4951271"/>
            <a:ext cx="1430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경험</a:t>
            </a:r>
            <a:endParaRPr lang="en-US" altLang="ko-KR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(Experience)</a:t>
            </a:r>
            <a:endParaRPr lang="ko-KR" altLang="en-US" sz="1400" b="1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34126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04E4CD4-D565-460C-ADED-14064A78AD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/>
          <a:stretch/>
        </p:blipFill>
        <p:spPr>
          <a:xfrm>
            <a:off x="1905583" y="2480018"/>
            <a:ext cx="3030552" cy="1586241"/>
          </a:xfrm>
          <a:prstGeom prst="rect">
            <a:avLst/>
          </a:prstGeom>
        </p:spPr>
      </p:pic>
      <p:pic>
        <p:nvPicPr>
          <p:cNvPr id="1026" name="Picture 2" descr="hero에 대한 이미지 검색결과">
            <a:extLst>
              <a:ext uri="{FF2B5EF4-FFF2-40B4-BE49-F238E27FC236}">
                <a16:creationId xmlns:a16="http://schemas.microsoft.com/office/drawing/2014/main" id="{107D5C27-8B7E-4E6E-8CE4-EB5EDE078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7" y="2159318"/>
            <a:ext cx="2614709" cy="248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E98A062F-8241-4A2C-9755-82D3220435AD}"/>
              </a:ext>
            </a:extLst>
          </p:cNvPr>
          <p:cNvSpPr/>
          <p:nvPr/>
        </p:nvSpPr>
        <p:spPr>
          <a:xfrm>
            <a:off x="4695518" y="4537879"/>
            <a:ext cx="6353483" cy="2411427"/>
          </a:xfrm>
          <a:custGeom>
            <a:avLst/>
            <a:gdLst>
              <a:gd name="connsiteX0" fmla="*/ 3048000 w 5088467"/>
              <a:gd name="connsiteY0" fmla="*/ 42333 h 2379133"/>
              <a:gd name="connsiteX1" fmla="*/ 3996267 w 5088467"/>
              <a:gd name="connsiteY1" fmla="*/ 321733 h 2379133"/>
              <a:gd name="connsiteX2" fmla="*/ 4419600 w 5088467"/>
              <a:gd name="connsiteY2" fmla="*/ 584200 h 2379133"/>
              <a:gd name="connsiteX3" fmla="*/ 4792133 w 5088467"/>
              <a:gd name="connsiteY3" fmla="*/ 982133 h 2379133"/>
              <a:gd name="connsiteX4" fmla="*/ 5080000 w 5088467"/>
              <a:gd name="connsiteY4" fmla="*/ 1193800 h 2379133"/>
              <a:gd name="connsiteX5" fmla="*/ 5088467 w 5088467"/>
              <a:gd name="connsiteY5" fmla="*/ 2370667 h 2379133"/>
              <a:gd name="connsiteX6" fmla="*/ 0 w 5088467"/>
              <a:gd name="connsiteY6" fmla="*/ 2379133 h 2379133"/>
              <a:gd name="connsiteX7" fmla="*/ 220133 w 5088467"/>
              <a:gd name="connsiteY7" fmla="*/ 1617133 h 2379133"/>
              <a:gd name="connsiteX8" fmla="*/ 660400 w 5088467"/>
              <a:gd name="connsiteY8" fmla="*/ 643467 h 2379133"/>
              <a:gd name="connsiteX9" fmla="*/ 719667 w 5088467"/>
              <a:gd name="connsiteY9" fmla="*/ 211667 h 2379133"/>
              <a:gd name="connsiteX10" fmla="*/ 1007533 w 5088467"/>
              <a:gd name="connsiteY10" fmla="*/ 0 h 2379133"/>
              <a:gd name="connsiteX0" fmla="*/ 3003550 w 5088467"/>
              <a:gd name="connsiteY0" fmla="*/ 31749 h 2379133"/>
              <a:gd name="connsiteX1" fmla="*/ 3996267 w 5088467"/>
              <a:gd name="connsiteY1" fmla="*/ 321733 h 2379133"/>
              <a:gd name="connsiteX2" fmla="*/ 4419600 w 5088467"/>
              <a:gd name="connsiteY2" fmla="*/ 584200 h 2379133"/>
              <a:gd name="connsiteX3" fmla="*/ 4792133 w 5088467"/>
              <a:gd name="connsiteY3" fmla="*/ 982133 h 2379133"/>
              <a:gd name="connsiteX4" fmla="*/ 5080000 w 5088467"/>
              <a:gd name="connsiteY4" fmla="*/ 1193800 h 2379133"/>
              <a:gd name="connsiteX5" fmla="*/ 5088467 w 5088467"/>
              <a:gd name="connsiteY5" fmla="*/ 2370667 h 2379133"/>
              <a:gd name="connsiteX6" fmla="*/ 0 w 5088467"/>
              <a:gd name="connsiteY6" fmla="*/ 2379133 h 2379133"/>
              <a:gd name="connsiteX7" fmla="*/ 220133 w 5088467"/>
              <a:gd name="connsiteY7" fmla="*/ 1617133 h 2379133"/>
              <a:gd name="connsiteX8" fmla="*/ 660400 w 5088467"/>
              <a:gd name="connsiteY8" fmla="*/ 643467 h 2379133"/>
              <a:gd name="connsiteX9" fmla="*/ 719667 w 5088467"/>
              <a:gd name="connsiteY9" fmla="*/ 211667 h 2379133"/>
              <a:gd name="connsiteX10" fmla="*/ 1007533 w 5088467"/>
              <a:gd name="connsiteY10" fmla="*/ 0 h 2379133"/>
              <a:gd name="connsiteX0" fmla="*/ 3003550 w 5088467"/>
              <a:gd name="connsiteY0" fmla="*/ 0 h 2347384"/>
              <a:gd name="connsiteX1" fmla="*/ 3996267 w 5088467"/>
              <a:gd name="connsiteY1" fmla="*/ 289984 h 2347384"/>
              <a:gd name="connsiteX2" fmla="*/ 4419600 w 5088467"/>
              <a:gd name="connsiteY2" fmla="*/ 552451 h 2347384"/>
              <a:gd name="connsiteX3" fmla="*/ 4792133 w 5088467"/>
              <a:gd name="connsiteY3" fmla="*/ 950384 h 2347384"/>
              <a:gd name="connsiteX4" fmla="*/ 5080000 w 5088467"/>
              <a:gd name="connsiteY4" fmla="*/ 1162051 h 2347384"/>
              <a:gd name="connsiteX5" fmla="*/ 5088467 w 5088467"/>
              <a:gd name="connsiteY5" fmla="*/ 2338918 h 2347384"/>
              <a:gd name="connsiteX6" fmla="*/ 0 w 5088467"/>
              <a:gd name="connsiteY6" fmla="*/ 2347384 h 2347384"/>
              <a:gd name="connsiteX7" fmla="*/ 220133 w 5088467"/>
              <a:gd name="connsiteY7" fmla="*/ 1585384 h 2347384"/>
              <a:gd name="connsiteX8" fmla="*/ 660400 w 5088467"/>
              <a:gd name="connsiteY8" fmla="*/ 611718 h 2347384"/>
              <a:gd name="connsiteX9" fmla="*/ 719667 w 5088467"/>
              <a:gd name="connsiteY9" fmla="*/ 179918 h 2347384"/>
              <a:gd name="connsiteX10" fmla="*/ 1054099 w 5088467"/>
              <a:gd name="connsiteY10" fmla="*/ 74084 h 2347384"/>
              <a:gd name="connsiteX0" fmla="*/ 3003550 w 5088467"/>
              <a:gd name="connsiteY0" fmla="*/ 19049 h 2366433"/>
              <a:gd name="connsiteX1" fmla="*/ 3996267 w 5088467"/>
              <a:gd name="connsiteY1" fmla="*/ 309033 h 2366433"/>
              <a:gd name="connsiteX2" fmla="*/ 4419600 w 5088467"/>
              <a:gd name="connsiteY2" fmla="*/ 571500 h 2366433"/>
              <a:gd name="connsiteX3" fmla="*/ 4792133 w 5088467"/>
              <a:gd name="connsiteY3" fmla="*/ 969433 h 2366433"/>
              <a:gd name="connsiteX4" fmla="*/ 5080000 w 5088467"/>
              <a:gd name="connsiteY4" fmla="*/ 1181100 h 2366433"/>
              <a:gd name="connsiteX5" fmla="*/ 5088467 w 5088467"/>
              <a:gd name="connsiteY5" fmla="*/ 2357967 h 2366433"/>
              <a:gd name="connsiteX6" fmla="*/ 0 w 5088467"/>
              <a:gd name="connsiteY6" fmla="*/ 2366433 h 2366433"/>
              <a:gd name="connsiteX7" fmla="*/ 220133 w 5088467"/>
              <a:gd name="connsiteY7" fmla="*/ 1604433 h 2366433"/>
              <a:gd name="connsiteX8" fmla="*/ 660400 w 5088467"/>
              <a:gd name="connsiteY8" fmla="*/ 630767 h 2366433"/>
              <a:gd name="connsiteX9" fmla="*/ 719667 w 5088467"/>
              <a:gd name="connsiteY9" fmla="*/ 198967 h 2366433"/>
              <a:gd name="connsiteX10" fmla="*/ 939799 w 5088467"/>
              <a:gd name="connsiteY10" fmla="*/ 0 h 2366433"/>
              <a:gd name="connsiteX0" fmla="*/ 3003550 w 5088467"/>
              <a:gd name="connsiteY0" fmla="*/ 6349 h 2353733"/>
              <a:gd name="connsiteX1" fmla="*/ 3996267 w 5088467"/>
              <a:gd name="connsiteY1" fmla="*/ 296333 h 2353733"/>
              <a:gd name="connsiteX2" fmla="*/ 4419600 w 5088467"/>
              <a:gd name="connsiteY2" fmla="*/ 558800 h 2353733"/>
              <a:gd name="connsiteX3" fmla="*/ 4792133 w 5088467"/>
              <a:gd name="connsiteY3" fmla="*/ 956733 h 2353733"/>
              <a:gd name="connsiteX4" fmla="*/ 5080000 w 5088467"/>
              <a:gd name="connsiteY4" fmla="*/ 1168400 h 2353733"/>
              <a:gd name="connsiteX5" fmla="*/ 5088467 w 5088467"/>
              <a:gd name="connsiteY5" fmla="*/ 2345267 h 2353733"/>
              <a:gd name="connsiteX6" fmla="*/ 0 w 5088467"/>
              <a:gd name="connsiteY6" fmla="*/ 2353733 h 2353733"/>
              <a:gd name="connsiteX7" fmla="*/ 220133 w 5088467"/>
              <a:gd name="connsiteY7" fmla="*/ 1591733 h 2353733"/>
              <a:gd name="connsiteX8" fmla="*/ 660400 w 5088467"/>
              <a:gd name="connsiteY8" fmla="*/ 618067 h 2353733"/>
              <a:gd name="connsiteX9" fmla="*/ 719667 w 5088467"/>
              <a:gd name="connsiteY9" fmla="*/ 186267 h 2353733"/>
              <a:gd name="connsiteX10" fmla="*/ 987424 w 5088467"/>
              <a:gd name="connsiteY10" fmla="*/ 0 h 2353733"/>
              <a:gd name="connsiteX0" fmla="*/ 3003550 w 5088467"/>
              <a:gd name="connsiteY0" fmla="*/ 0 h 2347384"/>
              <a:gd name="connsiteX1" fmla="*/ 3996267 w 5088467"/>
              <a:gd name="connsiteY1" fmla="*/ 289984 h 2347384"/>
              <a:gd name="connsiteX2" fmla="*/ 4419600 w 5088467"/>
              <a:gd name="connsiteY2" fmla="*/ 552451 h 2347384"/>
              <a:gd name="connsiteX3" fmla="*/ 4792133 w 5088467"/>
              <a:gd name="connsiteY3" fmla="*/ 950384 h 2347384"/>
              <a:gd name="connsiteX4" fmla="*/ 5080000 w 5088467"/>
              <a:gd name="connsiteY4" fmla="*/ 1162051 h 2347384"/>
              <a:gd name="connsiteX5" fmla="*/ 5088467 w 5088467"/>
              <a:gd name="connsiteY5" fmla="*/ 2338918 h 2347384"/>
              <a:gd name="connsiteX6" fmla="*/ 0 w 5088467"/>
              <a:gd name="connsiteY6" fmla="*/ 2347384 h 2347384"/>
              <a:gd name="connsiteX7" fmla="*/ 220133 w 5088467"/>
              <a:gd name="connsiteY7" fmla="*/ 1585384 h 2347384"/>
              <a:gd name="connsiteX8" fmla="*/ 660400 w 5088467"/>
              <a:gd name="connsiteY8" fmla="*/ 611718 h 2347384"/>
              <a:gd name="connsiteX9" fmla="*/ 719667 w 5088467"/>
              <a:gd name="connsiteY9" fmla="*/ 179918 h 2347384"/>
              <a:gd name="connsiteX10" fmla="*/ 952499 w 5088467"/>
              <a:gd name="connsiteY10" fmla="*/ 3176 h 2347384"/>
              <a:gd name="connsiteX0" fmla="*/ 3028950 w 5113867"/>
              <a:gd name="connsiteY0" fmla="*/ 0 h 2347384"/>
              <a:gd name="connsiteX1" fmla="*/ 4021667 w 5113867"/>
              <a:gd name="connsiteY1" fmla="*/ 289984 h 2347384"/>
              <a:gd name="connsiteX2" fmla="*/ 4445000 w 5113867"/>
              <a:gd name="connsiteY2" fmla="*/ 552451 h 2347384"/>
              <a:gd name="connsiteX3" fmla="*/ 4817533 w 5113867"/>
              <a:gd name="connsiteY3" fmla="*/ 950384 h 2347384"/>
              <a:gd name="connsiteX4" fmla="*/ 5105400 w 5113867"/>
              <a:gd name="connsiteY4" fmla="*/ 1162051 h 2347384"/>
              <a:gd name="connsiteX5" fmla="*/ 5113867 w 5113867"/>
              <a:gd name="connsiteY5" fmla="*/ 2338918 h 2347384"/>
              <a:gd name="connsiteX6" fmla="*/ 25400 w 5113867"/>
              <a:gd name="connsiteY6" fmla="*/ 2347384 h 2347384"/>
              <a:gd name="connsiteX7" fmla="*/ 245533 w 5113867"/>
              <a:gd name="connsiteY7" fmla="*/ 1585384 h 2347384"/>
              <a:gd name="connsiteX8" fmla="*/ 0 w 5113867"/>
              <a:gd name="connsiteY8" fmla="*/ 730252 h 2347384"/>
              <a:gd name="connsiteX9" fmla="*/ 745067 w 5113867"/>
              <a:gd name="connsiteY9" fmla="*/ 179918 h 2347384"/>
              <a:gd name="connsiteX10" fmla="*/ 977899 w 5113867"/>
              <a:gd name="connsiteY10" fmla="*/ 3176 h 2347384"/>
              <a:gd name="connsiteX0" fmla="*/ 3638550 w 5723467"/>
              <a:gd name="connsiteY0" fmla="*/ 0 h 2347384"/>
              <a:gd name="connsiteX1" fmla="*/ 4631267 w 5723467"/>
              <a:gd name="connsiteY1" fmla="*/ 289984 h 2347384"/>
              <a:gd name="connsiteX2" fmla="*/ 5054600 w 5723467"/>
              <a:gd name="connsiteY2" fmla="*/ 552451 h 2347384"/>
              <a:gd name="connsiteX3" fmla="*/ 5427133 w 5723467"/>
              <a:gd name="connsiteY3" fmla="*/ 950384 h 2347384"/>
              <a:gd name="connsiteX4" fmla="*/ 5715000 w 5723467"/>
              <a:gd name="connsiteY4" fmla="*/ 1162051 h 2347384"/>
              <a:gd name="connsiteX5" fmla="*/ 5723467 w 5723467"/>
              <a:gd name="connsiteY5" fmla="*/ 2338918 h 2347384"/>
              <a:gd name="connsiteX6" fmla="*/ 635000 w 5723467"/>
              <a:gd name="connsiteY6" fmla="*/ 2347384 h 2347384"/>
              <a:gd name="connsiteX7" fmla="*/ 0 w 5723467"/>
              <a:gd name="connsiteY7" fmla="*/ 1568450 h 2347384"/>
              <a:gd name="connsiteX8" fmla="*/ 609600 w 5723467"/>
              <a:gd name="connsiteY8" fmla="*/ 730252 h 2347384"/>
              <a:gd name="connsiteX9" fmla="*/ 1354667 w 5723467"/>
              <a:gd name="connsiteY9" fmla="*/ 179918 h 2347384"/>
              <a:gd name="connsiteX10" fmla="*/ 1587499 w 5723467"/>
              <a:gd name="connsiteY10" fmla="*/ 3176 h 2347384"/>
              <a:gd name="connsiteX0" fmla="*/ 4112683 w 6197600"/>
              <a:gd name="connsiteY0" fmla="*/ 0 h 2364317"/>
              <a:gd name="connsiteX1" fmla="*/ 5105400 w 6197600"/>
              <a:gd name="connsiteY1" fmla="*/ 289984 h 2364317"/>
              <a:gd name="connsiteX2" fmla="*/ 5528733 w 6197600"/>
              <a:gd name="connsiteY2" fmla="*/ 552451 h 2364317"/>
              <a:gd name="connsiteX3" fmla="*/ 5901266 w 6197600"/>
              <a:gd name="connsiteY3" fmla="*/ 950384 h 2364317"/>
              <a:gd name="connsiteX4" fmla="*/ 6189133 w 6197600"/>
              <a:gd name="connsiteY4" fmla="*/ 1162051 h 2364317"/>
              <a:gd name="connsiteX5" fmla="*/ 6197600 w 6197600"/>
              <a:gd name="connsiteY5" fmla="*/ 2338918 h 2364317"/>
              <a:gd name="connsiteX6" fmla="*/ 0 w 6197600"/>
              <a:gd name="connsiteY6" fmla="*/ 2364317 h 2364317"/>
              <a:gd name="connsiteX7" fmla="*/ 474133 w 6197600"/>
              <a:gd name="connsiteY7" fmla="*/ 1568450 h 2364317"/>
              <a:gd name="connsiteX8" fmla="*/ 1083733 w 6197600"/>
              <a:gd name="connsiteY8" fmla="*/ 730252 h 2364317"/>
              <a:gd name="connsiteX9" fmla="*/ 1828800 w 6197600"/>
              <a:gd name="connsiteY9" fmla="*/ 179918 h 2364317"/>
              <a:gd name="connsiteX10" fmla="*/ 2061632 w 6197600"/>
              <a:gd name="connsiteY10" fmla="*/ 3176 h 2364317"/>
              <a:gd name="connsiteX0" fmla="*/ 4112683 w 6197600"/>
              <a:gd name="connsiteY0" fmla="*/ 0 h 2364317"/>
              <a:gd name="connsiteX1" fmla="*/ 5105400 w 6197600"/>
              <a:gd name="connsiteY1" fmla="*/ 289984 h 2364317"/>
              <a:gd name="connsiteX2" fmla="*/ 5528733 w 6197600"/>
              <a:gd name="connsiteY2" fmla="*/ 552451 h 2364317"/>
              <a:gd name="connsiteX3" fmla="*/ 5901266 w 6197600"/>
              <a:gd name="connsiteY3" fmla="*/ 950384 h 2364317"/>
              <a:gd name="connsiteX4" fmla="*/ 6189133 w 6197600"/>
              <a:gd name="connsiteY4" fmla="*/ 1162051 h 2364317"/>
              <a:gd name="connsiteX5" fmla="*/ 6197600 w 6197600"/>
              <a:gd name="connsiteY5" fmla="*/ 2338918 h 2364317"/>
              <a:gd name="connsiteX6" fmla="*/ 0 w 6197600"/>
              <a:gd name="connsiteY6" fmla="*/ 2364317 h 2364317"/>
              <a:gd name="connsiteX7" fmla="*/ 474133 w 6197600"/>
              <a:gd name="connsiteY7" fmla="*/ 1568450 h 2364317"/>
              <a:gd name="connsiteX8" fmla="*/ 1083733 w 6197600"/>
              <a:gd name="connsiteY8" fmla="*/ 730252 h 2364317"/>
              <a:gd name="connsiteX9" fmla="*/ 1501541 w 6197600"/>
              <a:gd name="connsiteY9" fmla="*/ 256920 h 2364317"/>
              <a:gd name="connsiteX10" fmla="*/ 2061632 w 6197600"/>
              <a:gd name="connsiteY10" fmla="*/ 3176 h 2364317"/>
              <a:gd name="connsiteX0" fmla="*/ 4112683 w 6197600"/>
              <a:gd name="connsiteY0" fmla="*/ 0 h 2364317"/>
              <a:gd name="connsiteX1" fmla="*/ 5105400 w 6197600"/>
              <a:gd name="connsiteY1" fmla="*/ 289984 h 2364317"/>
              <a:gd name="connsiteX2" fmla="*/ 5528733 w 6197600"/>
              <a:gd name="connsiteY2" fmla="*/ 552451 h 2364317"/>
              <a:gd name="connsiteX3" fmla="*/ 5901266 w 6197600"/>
              <a:gd name="connsiteY3" fmla="*/ 950384 h 2364317"/>
              <a:gd name="connsiteX4" fmla="*/ 6189133 w 6197600"/>
              <a:gd name="connsiteY4" fmla="*/ 1162051 h 2364317"/>
              <a:gd name="connsiteX5" fmla="*/ 6197600 w 6197600"/>
              <a:gd name="connsiteY5" fmla="*/ 2338918 h 2364317"/>
              <a:gd name="connsiteX6" fmla="*/ 0 w 6197600"/>
              <a:gd name="connsiteY6" fmla="*/ 2364317 h 2364317"/>
              <a:gd name="connsiteX7" fmla="*/ 474133 w 6197600"/>
              <a:gd name="connsiteY7" fmla="*/ 1568450 h 2364317"/>
              <a:gd name="connsiteX8" fmla="*/ 581882 w 6197600"/>
              <a:gd name="connsiteY8" fmla="*/ 1052329 h 2364317"/>
              <a:gd name="connsiteX9" fmla="*/ 1083733 w 6197600"/>
              <a:gd name="connsiteY9" fmla="*/ 730252 h 2364317"/>
              <a:gd name="connsiteX10" fmla="*/ 1501541 w 6197600"/>
              <a:gd name="connsiteY10" fmla="*/ 256920 h 2364317"/>
              <a:gd name="connsiteX11" fmla="*/ 2061632 w 6197600"/>
              <a:gd name="connsiteY11" fmla="*/ 3176 h 2364317"/>
              <a:gd name="connsiteX0" fmla="*/ 4112683 w 6197600"/>
              <a:gd name="connsiteY0" fmla="*/ 0 h 2364317"/>
              <a:gd name="connsiteX1" fmla="*/ 5105400 w 6197600"/>
              <a:gd name="connsiteY1" fmla="*/ 289984 h 2364317"/>
              <a:gd name="connsiteX2" fmla="*/ 5528733 w 6197600"/>
              <a:gd name="connsiteY2" fmla="*/ 552451 h 2364317"/>
              <a:gd name="connsiteX3" fmla="*/ 5901266 w 6197600"/>
              <a:gd name="connsiteY3" fmla="*/ 950384 h 2364317"/>
              <a:gd name="connsiteX4" fmla="*/ 6189133 w 6197600"/>
              <a:gd name="connsiteY4" fmla="*/ 1162051 h 2364317"/>
              <a:gd name="connsiteX5" fmla="*/ 6197600 w 6197600"/>
              <a:gd name="connsiteY5" fmla="*/ 2338918 h 2364317"/>
              <a:gd name="connsiteX6" fmla="*/ 0 w 6197600"/>
              <a:gd name="connsiteY6" fmla="*/ 2364317 h 2364317"/>
              <a:gd name="connsiteX7" fmla="*/ 320129 w 6197600"/>
              <a:gd name="connsiteY7" fmla="*/ 1578075 h 2364317"/>
              <a:gd name="connsiteX8" fmla="*/ 581882 w 6197600"/>
              <a:gd name="connsiteY8" fmla="*/ 1052329 h 2364317"/>
              <a:gd name="connsiteX9" fmla="*/ 1083733 w 6197600"/>
              <a:gd name="connsiteY9" fmla="*/ 730252 h 2364317"/>
              <a:gd name="connsiteX10" fmla="*/ 1501541 w 6197600"/>
              <a:gd name="connsiteY10" fmla="*/ 256920 h 2364317"/>
              <a:gd name="connsiteX11" fmla="*/ 2061632 w 6197600"/>
              <a:gd name="connsiteY11" fmla="*/ 3176 h 2364317"/>
              <a:gd name="connsiteX0" fmla="*/ 4439942 w 6524859"/>
              <a:gd name="connsiteY0" fmla="*/ 0 h 2383567"/>
              <a:gd name="connsiteX1" fmla="*/ 5432659 w 6524859"/>
              <a:gd name="connsiteY1" fmla="*/ 289984 h 2383567"/>
              <a:gd name="connsiteX2" fmla="*/ 5855992 w 6524859"/>
              <a:gd name="connsiteY2" fmla="*/ 552451 h 2383567"/>
              <a:gd name="connsiteX3" fmla="*/ 6228525 w 6524859"/>
              <a:gd name="connsiteY3" fmla="*/ 950384 h 2383567"/>
              <a:gd name="connsiteX4" fmla="*/ 6516392 w 6524859"/>
              <a:gd name="connsiteY4" fmla="*/ 1162051 h 2383567"/>
              <a:gd name="connsiteX5" fmla="*/ 6524859 w 6524859"/>
              <a:gd name="connsiteY5" fmla="*/ 2338918 h 2383567"/>
              <a:gd name="connsiteX6" fmla="*/ 0 w 6524859"/>
              <a:gd name="connsiteY6" fmla="*/ 2383567 h 2383567"/>
              <a:gd name="connsiteX7" fmla="*/ 647388 w 6524859"/>
              <a:gd name="connsiteY7" fmla="*/ 1578075 h 2383567"/>
              <a:gd name="connsiteX8" fmla="*/ 909141 w 6524859"/>
              <a:gd name="connsiteY8" fmla="*/ 1052329 h 2383567"/>
              <a:gd name="connsiteX9" fmla="*/ 1410992 w 6524859"/>
              <a:gd name="connsiteY9" fmla="*/ 730252 h 2383567"/>
              <a:gd name="connsiteX10" fmla="*/ 1828800 w 6524859"/>
              <a:gd name="connsiteY10" fmla="*/ 256920 h 2383567"/>
              <a:gd name="connsiteX11" fmla="*/ 2388891 w 6524859"/>
              <a:gd name="connsiteY11" fmla="*/ 3176 h 238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24859" h="2383567">
                <a:moveTo>
                  <a:pt x="4439942" y="0"/>
                </a:moveTo>
                <a:lnTo>
                  <a:pt x="5432659" y="289984"/>
                </a:lnTo>
                <a:lnTo>
                  <a:pt x="5855992" y="552451"/>
                </a:lnTo>
                <a:lnTo>
                  <a:pt x="6228525" y="950384"/>
                </a:lnTo>
                <a:lnTo>
                  <a:pt x="6516392" y="1162051"/>
                </a:lnTo>
                <a:cubicBezTo>
                  <a:pt x="6519214" y="1554340"/>
                  <a:pt x="6522037" y="1946629"/>
                  <a:pt x="6524859" y="2338918"/>
                </a:cubicBezTo>
                <a:lnTo>
                  <a:pt x="0" y="2383567"/>
                </a:lnTo>
                <a:lnTo>
                  <a:pt x="647388" y="1578075"/>
                </a:lnTo>
                <a:cubicBezTo>
                  <a:pt x="728222" y="1466995"/>
                  <a:pt x="828307" y="1163409"/>
                  <a:pt x="909141" y="1052329"/>
                </a:cubicBezTo>
                <a:lnTo>
                  <a:pt x="1410992" y="730252"/>
                </a:lnTo>
                <a:lnTo>
                  <a:pt x="1828800" y="256920"/>
                </a:lnTo>
                <a:lnTo>
                  <a:pt x="2388891" y="3176"/>
                </a:lnTo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55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6" name="부제목 2">
            <a:extLst>
              <a:ext uri="{FF2B5EF4-FFF2-40B4-BE49-F238E27FC236}">
                <a16:creationId xmlns:a16="http://schemas.microsoft.com/office/drawing/2014/main" id="{77CB79B1-C91E-4173-BD4B-F5F7CAAB4ED2}"/>
              </a:ext>
            </a:extLst>
          </p:cNvPr>
          <p:cNvSpPr txBox="1">
            <a:spLocks/>
          </p:cNvSpPr>
          <p:nvPr/>
        </p:nvSpPr>
        <p:spPr>
          <a:xfrm>
            <a:off x="2281033" y="1868805"/>
            <a:ext cx="2219628" cy="958542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Victim</a:t>
            </a: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385F58B1-4ABC-45BF-B4D7-107F963F01A5}"/>
              </a:ext>
            </a:extLst>
          </p:cNvPr>
          <p:cNvSpPr txBox="1">
            <a:spLocks/>
          </p:cNvSpPr>
          <p:nvPr/>
        </p:nvSpPr>
        <p:spPr>
          <a:xfrm>
            <a:off x="7343405" y="4778344"/>
            <a:ext cx="1738780" cy="958542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4000" b="1" dirty="0">
                <a:solidFill>
                  <a:schemeClr val="bg1">
                    <a:lumMod val="95000"/>
                  </a:scheme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Hero</a:t>
            </a:r>
          </a:p>
        </p:txBody>
      </p:sp>
    </p:spTree>
    <p:extLst>
      <p:ext uri="{BB962C8B-B14F-4D97-AF65-F5344CB8AC3E}">
        <p14:creationId xmlns:p14="http://schemas.microsoft.com/office/powerpoint/2010/main" val="4126671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8A22641-2DCC-6F26-9EAF-56386A298D97}"/>
              </a:ext>
            </a:extLst>
          </p:cNvPr>
          <p:cNvSpPr/>
          <p:nvPr/>
        </p:nvSpPr>
        <p:spPr>
          <a:xfrm>
            <a:off x="1757316" y="1536174"/>
            <a:ext cx="8677375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내 인생에서 가장 기획력이 필요했던 순간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실적을 낼 수 있는 기회가 왔을 때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시간은 없는데 보고서를 완성해야 할 때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입사지원서 쓸 때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noProof="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옆 부서에 급한 부탁해야 할 때</a:t>
            </a:r>
            <a:endParaRPr lang="en-US" altLang="ko-KR" sz="2400" noProof="0" dirty="0">
              <a:solidFill>
                <a:srgbClr val="40404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회식 메뉴를 내가 책임지고 골라야 할 때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이직할 때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…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사랑하는 사람에게 고백할 때</a:t>
            </a:r>
            <a:endParaRPr lang="en-US" altLang="ko-KR" sz="2400" dirty="0">
              <a:solidFill>
                <a:srgbClr val="40404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078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8A22641-2DCC-6F26-9EAF-56386A298D97}"/>
              </a:ext>
            </a:extLst>
          </p:cNvPr>
          <p:cNvSpPr/>
          <p:nvPr/>
        </p:nvSpPr>
        <p:spPr>
          <a:xfrm>
            <a:off x="1757316" y="1536174"/>
            <a:ext cx="8677375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내 인생에서 가장 기획력이 필요했던 순간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실적을 낼 수 있는 기회가 왔을 때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시간은 없는데 보고서를 완성해야 할 때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입사지원서 쓸 때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옆 부서에 급한 부탁해야 할 때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회식 메뉴를 내가 책임지고 골라야 할 때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이직할 때</a:t>
            </a:r>
            <a:r>
              <a:rPr lang="en-US" altLang="ko-KR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…</a:t>
            </a:r>
          </a:p>
          <a:p>
            <a:pPr lvl="0" algn="ctr">
              <a:defRPr/>
            </a:pPr>
            <a:r>
              <a:rPr lang="ko-KR" altLang="en-US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사랑하는 사람에게 고백할 때</a:t>
            </a:r>
            <a:br>
              <a:rPr lang="en-US" altLang="ko-KR" sz="2400" dirty="0">
                <a:solidFill>
                  <a:srgbClr val="40404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어떤 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초능력을 발휘하셨나요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454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5AE66-2821-A959-C6FC-692CDD071CA7}"/>
              </a:ext>
            </a:extLst>
          </p:cNvPr>
          <p:cNvSpPr txBox="1"/>
          <p:nvPr/>
        </p:nvSpPr>
        <p:spPr>
          <a:xfrm rot="10800000" flipH="1" flipV="1">
            <a:off x="1662022" y="2120951"/>
            <a:ext cx="886795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당신이 생각하는 최고의 프로포즈는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514350" indent="-514350" algn="ctr">
              <a:buAutoNum type="arabicPeriod"/>
            </a:pP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공개적 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vs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개인적 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514350" indent="-514350" algn="ctr">
              <a:buAutoNum type="arabicPeriod"/>
            </a:pP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화려함 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vs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진솔함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514350" indent="-514350" algn="ctr">
              <a:buAutoNum type="arabicPeriod"/>
            </a:pP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치밀한 준비 </a:t>
            </a:r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vs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타이밍</a:t>
            </a:r>
          </a:p>
        </p:txBody>
      </p:sp>
    </p:spTree>
    <p:extLst>
      <p:ext uri="{BB962C8B-B14F-4D97-AF65-F5344CB8AC3E}">
        <p14:creationId xmlns:p14="http://schemas.microsoft.com/office/powerpoint/2010/main" val="3732553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5AE66-2821-A959-C6FC-692CDD071CA7}"/>
              </a:ext>
            </a:extLst>
          </p:cNvPr>
          <p:cNvSpPr txBox="1"/>
          <p:nvPr/>
        </p:nvSpPr>
        <p:spPr>
          <a:xfrm rot="10800000" flipH="1" flipV="1">
            <a:off x="1662022" y="2459505"/>
            <a:ext cx="8867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나의 만족 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X </a:t>
            </a:r>
          </a:p>
          <a:p>
            <a:pPr algn="ctr"/>
            <a:endParaRPr lang="en-US" altLang="ko-KR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상대방의 만족</a:t>
            </a:r>
          </a:p>
        </p:txBody>
      </p:sp>
    </p:spTree>
    <p:extLst>
      <p:ext uri="{BB962C8B-B14F-4D97-AF65-F5344CB8AC3E}">
        <p14:creationId xmlns:p14="http://schemas.microsoft.com/office/powerpoint/2010/main" val="84746846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5AE66-2821-A959-C6FC-692CDD071CA7}"/>
              </a:ext>
            </a:extLst>
          </p:cNvPr>
          <p:cNvSpPr txBox="1"/>
          <p:nvPr/>
        </p:nvSpPr>
        <p:spPr>
          <a:xfrm rot="10800000" flipH="1" flipV="1">
            <a:off x="1662022" y="2459504"/>
            <a:ext cx="8867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나의 만족 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X </a:t>
            </a:r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상대방의 만족</a:t>
            </a:r>
            <a:endParaRPr lang="en-US" altLang="ko-KR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571500" indent="-571500" algn="ctr">
              <a:buFont typeface="Wingdings" panose="05000000000000000000" pitchFamily="2" charset="2"/>
              <a:buChar char="à"/>
            </a:pPr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sym typeface="Wingdings" panose="05000000000000000000" pitchFamily="2" charset="2"/>
              </a:rPr>
              <a:t>함께 행복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668448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10F45A-61BD-4488-8FC8-2242A633EB2A}"/>
              </a:ext>
            </a:extLst>
          </p:cNvPr>
          <p:cNvSpPr txBox="1"/>
          <p:nvPr/>
        </p:nvSpPr>
        <p:spPr>
          <a:xfrm>
            <a:off x="5748788" y="2998112"/>
            <a:ext cx="694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&amp;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ED5CF5-0290-4180-8618-EB6158F717B8}"/>
              </a:ext>
            </a:extLst>
          </p:cNvPr>
          <p:cNvSpPr/>
          <p:nvPr/>
        </p:nvSpPr>
        <p:spPr>
          <a:xfrm>
            <a:off x="1863257" y="1788029"/>
            <a:ext cx="3369232" cy="32819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4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EE6469-7FBD-4E69-B91C-D6AB79787674}"/>
              </a:ext>
            </a:extLst>
          </p:cNvPr>
          <p:cNvSpPr/>
          <p:nvPr/>
        </p:nvSpPr>
        <p:spPr>
          <a:xfrm>
            <a:off x="6953863" y="1788029"/>
            <a:ext cx="3369232" cy="3281942"/>
          </a:xfrm>
          <a:prstGeom prst="ellipse">
            <a:avLst/>
          </a:prstGeom>
          <a:solidFill>
            <a:srgbClr val="F41A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306907-6596-4C04-A6FD-D873423FF7B4}"/>
              </a:ext>
            </a:extLst>
          </p:cNvPr>
          <p:cNvSpPr txBox="1"/>
          <p:nvPr/>
        </p:nvSpPr>
        <p:spPr>
          <a:xfrm>
            <a:off x="6892009" y="3044279"/>
            <a:ext cx="3492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EEB60-68D7-4BF1-A722-FF875D2B1663}"/>
              </a:ext>
            </a:extLst>
          </p:cNvPr>
          <p:cNvSpPr txBox="1"/>
          <p:nvPr/>
        </p:nvSpPr>
        <p:spPr>
          <a:xfrm>
            <a:off x="1945037" y="3044279"/>
            <a:ext cx="32056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24786134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10F45A-61BD-4488-8FC8-2242A633EB2A}"/>
              </a:ext>
            </a:extLst>
          </p:cNvPr>
          <p:cNvSpPr txBox="1"/>
          <p:nvPr/>
        </p:nvSpPr>
        <p:spPr>
          <a:xfrm>
            <a:off x="5748788" y="2998112"/>
            <a:ext cx="694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&amp;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BED5CF5-0290-4180-8618-EB6158F717B8}"/>
              </a:ext>
            </a:extLst>
          </p:cNvPr>
          <p:cNvSpPr/>
          <p:nvPr/>
        </p:nvSpPr>
        <p:spPr>
          <a:xfrm>
            <a:off x="1863257" y="1788029"/>
            <a:ext cx="3369232" cy="32819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4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EE6469-7FBD-4E69-B91C-D6AB79787674}"/>
              </a:ext>
            </a:extLst>
          </p:cNvPr>
          <p:cNvSpPr/>
          <p:nvPr/>
        </p:nvSpPr>
        <p:spPr>
          <a:xfrm>
            <a:off x="6953863" y="1788029"/>
            <a:ext cx="3369232" cy="3281942"/>
          </a:xfrm>
          <a:prstGeom prst="ellipse">
            <a:avLst/>
          </a:prstGeom>
          <a:solidFill>
            <a:srgbClr val="F41A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306907-6596-4C04-A6FD-D873423FF7B4}"/>
              </a:ext>
            </a:extLst>
          </p:cNvPr>
          <p:cNvSpPr txBox="1"/>
          <p:nvPr/>
        </p:nvSpPr>
        <p:spPr>
          <a:xfrm>
            <a:off x="6892009" y="2598002"/>
            <a:ext cx="34929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WHY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어떤 욕구를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가지고 있는가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EEB60-68D7-4BF1-A722-FF875D2B1663}"/>
              </a:ext>
            </a:extLst>
          </p:cNvPr>
          <p:cNvSpPr txBox="1"/>
          <p:nvPr/>
        </p:nvSpPr>
        <p:spPr>
          <a:xfrm>
            <a:off x="1945037" y="2598002"/>
            <a:ext cx="32056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WHO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누구와 소통할 것인가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F41A1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129465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DED273BB-DCED-495C-94DF-61E1832C6659}"/>
              </a:ext>
            </a:extLst>
          </p:cNvPr>
          <p:cNvGrpSpPr/>
          <p:nvPr/>
        </p:nvGrpSpPr>
        <p:grpSpPr>
          <a:xfrm>
            <a:off x="4259580" y="1592580"/>
            <a:ext cx="3672840" cy="3672840"/>
            <a:chOff x="4259580" y="1592580"/>
            <a:chExt cx="3672840" cy="367284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629A03CB-ECD5-48B0-B226-CDA9B970A0B2}"/>
                </a:ext>
              </a:extLst>
            </p:cNvPr>
            <p:cNvGrpSpPr/>
            <p:nvPr/>
          </p:nvGrpSpPr>
          <p:grpSpPr>
            <a:xfrm>
              <a:off x="4259580" y="1592580"/>
              <a:ext cx="3672840" cy="3672840"/>
              <a:chOff x="-2179320" y="579120"/>
              <a:chExt cx="3672840" cy="3672840"/>
            </a:xfrm>
          </p:grpSpPr>
          <p:sp>
            <p:nvSpPr>
              <p:cNvPr id="3" name="화살표: 위쪽/아래쪽 2">
                <a:extLst>
                  <a:ext uri="{FF2B5EF4-FFF2-40B4-BE49-F238E27FC236}">
                    <a16:creationId xmlns:a16="http://schemas.microsoft.com/office/drawing/2014/main" id="{23FDAC3A-5F9B-4FA7-ACFE-83B3EE3940C8}"/>
                  </a:ext>
                </a:extLst>
              </p:cNvPr>
              <p:cNvSpPr/>
              <p:nvPr/>
            </p:nvSpPr>
            <p:spPr>
              <a:xfrm>
                <a:off x="-735021" y="628418"/>
                <a:ext cx="784243" cy="3574245"/>
              </a:xfrm>
              <a:prstGeom prst="upDownArrow">
                <a:avLst>
                  <a:gd name="adj1" fmla="val 50000"/>
                  <a:gd name="adj2" fmla="val 48229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2106C88-4CCB-4B55-A691-ECDEE70753B4}"/>
                  </a:ext>
                </a:extLst>
              </p:cNvPr>
              <p:cNvSpPr/>
              <p:nvPr/>
            </p:nvSpPr>
            <p:spPr>
              <a:xfrm>
                <a:off x="-2179320" y="579120"/>
                <a:ext cx="3672840" cy="367284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F42A9D-1115-4C20-9DF2-D1E804E3B3D7}"/>
                </a:ext>
              </a:extLst>
            </p:cNvPr>
            <p:cNvSpPr txBox="1"/>
            <p:nvPr/>
          </p:nvSpPr>
          <p:spPr>
            <a:xfrm>
              <a:off x="5806499" y="2390706"/>
              <a:ext cx="579005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정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보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습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득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12B90E-DD5B-4B20-9D7F-83361B53A6F5}"/>
              </a:ext>
            </a:extLst>
          </p:cNvPr>
          <p:cNvSpPr txBox="1"/>
          <p:nvPr/>
        </p:nvSpPr>
        <p:spPr>
          <a:xfrm>
            <a:off x="5238233" y="414169"/>
            <a:ext cx="1715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직접 경험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ED52D-BA79-4BF6-A267-DECA1DBB3F3A}"/>
              </a:ext>
            </a:extLst>
          </p:cNvPr>
          <p:cNvSpPr txBox="1"/>
          <p:nvPr/>
        </p:nvSpPr>
        <p:spPr>
          <a:xfrm>
            <a:off x="5086750" y="889653"/>
            <a:ext cx="20185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Experiencing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(Feeling)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87A446-1F82-4BC2-B537-9F341CB1225E}"/>
              </a:ext>
            </a:extLst>
          </p:cNvPr>
          <p:cNvSpPr txBox="1"/>
          <p:nvPr/>
        </p:nvSpPr>
        <p:spPr>
          <a:xfrm>
            <a:off x="5472272" y="5314718"/>
            <a:ext cx="124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개념화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A49A6F-C9CB-473A-816B-B5861F9E0DF2}"/>
              </a:ext>
            </a:extLst>
          </p:cNvPr>
          <p:cNvSpPr txBox="1"/>
          <p:nvPr/>
        </p:nvSpPr>
        <p:spPr>
          <a:xfrm>
            <a:off x="4863130" y="5790202"/>
            <a:ext cx="2465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Conceptualizing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(Thinking)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10FA6-6D58-4F7C-B54D-8053124EA179}"/>
              </a:ext>
            </a:extLst>
          </p:cNvPr>
          <p:cNvSpPr txBox="1"/>
          <p:nvPr/>
        </p:nvSpPr>
        <p:spPr>
          <a:xfrm>
            <a:off x="5654213" y="4338363"/>
            <a:ext cx="883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인지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4D86D4-C7C6-47C1-98DB-4816F2714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30" y="2474371"/>
            <a:ext cx="270487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항상 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자원하는 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사람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B42CB-190E-BD58-143A-8F622DE9B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1723" y="2474371"/>
            <a:ext cx="322027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정답이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 </a:t>
            </a:r>
            <a:b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</a:b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아니면 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조용한 사람</a:t>
            </a:r>
          </a:p>
        </p:txBody>
      </p:sp>
      <p:sp>
        <p:nvSpPr>
          <p:cNvPr id="3" name="화살표: 위쪽/아래쪽 2">
            <a:extLst>
              <a:ext uri="{FF2B5EF4-FFF2-40B4-BE49-F238E27FC236}">
                <a16:creationId xmlns:a16="http://schemas.microsoft.com/office/drawing/2014/main" id="{45D38D3A-ACE3-8C6E-C312-E16FB014C3CA}"/>
              </a:ext>
            </a:extLst>
          </p:cNvPr>
          <p:cNvSpPr/>
          <p:nvPr/>
        </p:nvSpPr>
        <p:spPr>
          <a:xfrm rot="5400000">
            <a:off x="5690627" y="208723"/>
            <a:ext cx="784243" cy="6440559"/>
          </a:xfrm>
          <a:prstGeom prst="upDownArrow">
            <a:avLst>
              <a:gd name="adj1" fmla="val 50000"/>
              <a:gd name="adj2" fmla="val 4822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657A0-DC41-B56A-65F6-C3AA0D514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330" y="4168201"/>
            <a:ext cx="4127339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어떻게 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도울 수 있을까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?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DCF71-42B3-8086-538F-7503224AF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444" y="1366360"/>
            <a:ext cx="4127339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나는 어디에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가까운 사람인가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?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86733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화살표: 위쪽/아래쪽 2">
            <a:extLst>
              <a:ext uri="{FF2B5EF4-FFF2-40B4-BE49-F238E27FC236}">
                <a16:creationId xmlns:a16="http://schemas.microsoft.com/office/drawing/2014/main" id="{23FDAC3A-5F9B-4FA7-ACFE-83B3EE3940C8}"/>
              </a:ext>
            </a:extLst>
          </p:cNvPr>
          <p:cNvSpPr/>
          <p:nvPr/>
        </p:nvSpPr>
        <p:spPr>
          <a:xfrm rot="5400000">
            <a:off x="5703878" y="1641878"/>
            <a:ext cx="784243" cy="3574245"/>
          </a:xfrm>
          <a:prstGeom prst="upDownArrow">
            <a:avLst>
              <a:gd name="adj1" fmla="val 50000"/>
              <a:gd name="adj2" fmla="val 4822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106C88-4CCB-4B55-A691-ECDEE70753B4}"/>
              </a:ext>
            </a:extLst>
          </p:cNvPr>
          <p:cNvSpPr/>
          <p:nvPr/>
        </p:nvSpPr>
        <p:spPr>
          <a:xfrm rot="5400000">
            <a:off x="4259580" y="1592580"/>
            <a:ext cx="3672840" cy="367284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42A9D-1115-4C20-9DF2-D1E804E3B3D7}"/>
              </a:ext>
            </a:extLst>
          </p:cNvPr>
          <p:cNvSpPr txBox="1"/>
          <p:nvPr/>
        </p:nvSpPr>
        <p:spPr>
          <a:xfrm>
            <a:off x="5222233" y="3167093"/>
            <a:ext cx="17620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사고처리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5DD58D8-58CC-4BB5-88A2-55A08F988FC0}"/>
              </a:ext>
            </a:extLst>
          </p:cNvPr>
          <p:cNvGrpSpPr/>
          <p:nvPr/>
        </p:nvGrpSpPr>
        <p:grpSpPr>
          <a:xfrm>
            <a:off x="895489" y="2837315"/>
            <a:ext cx="3451586" cy="1183370"/>
            <a:chOff x="4370209" y="414169"/>
            <a:chExt cx="3451586" cy="118337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12B90E-DD5B-4B20-9D7F-83361B53A6F5}"/>
                </a:ext>
              </a:extLst>
            </p:cNvPr>
            <p:cNvSpPr txBox="1"/>
            <p:nvPr/>
          </p:nvSpPr>
          <p:spPr>
            <a:xfrm>
              <a:off x="5649403" y="414169"/>
              <a:ext cx="8931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행동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FED52D-BA79-4BF6-A267-DECA1DBB3F3A}"/>
                </a:ext>
              </a:extLst>
            </p:cNvPr>
            <p:cNvSpPr txBox="1"/>
            <p:nvPr/>
          </p:nvSpPr>
          <p:spPr>
            <a:xfrm>
              <a:off x="4370209" y="889653"/>
              <a:ext cx="345158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Active Experimentation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(Doing)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76199E-7B40-41B4-A11F-D39EFFE1B6D9}"/>
              </a:ext>
            </a:extLst>
          </p:cNvPr>
          <p:cNvGrpSpPr/>
          <p:nvPr/>
        </p:nvGrpSpPr>
        <p:grpSpPr>
          <a:xfrm>
            <a:off x="7857739" y="2837315"/>
            <a:ext cx="3395481" cy="1183370"/>
            <a:chOff x="4398259" y="5314718"/>
            <a:chExt cx="3395481" cy="1183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687A446-1F82-4BC2-B537-9F341CB1225E}"/>
                </a:ext>
              </a:extLst>
            </p:cNvPr>
            <p:cNvSpPr txBox="1"/>
            <p:nvPr/>
          </p:nvSpPr>
          <p:spPr>
            <a:xfrm>
              <a:off x="5649403" y="5314718"/>
              <a:ext cx="8931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숙고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A49A6F-C9CB-473A-816B-B5861F9E0DF2}"/>
                </a:ext>
              </a:extLst>
            </p:cNvPr>
            <p:cNvSpPr txBox="1"/>
            <p:nvPr/>
          </p:nvSpPr>
          <p:spPr>
            <a:xfrm>
              <a:off x="4398259" y="5790202"/>
              <a:ext cx="339548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Reflective Observation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+mn-cs"/>
                </a:rPr>
                <a:t>(Watching)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38CBEE9-912F-424A-8086-25E07301F4BC}"/>
              </a:ext>
            </a:extLst>
          </p:cNvPr>
          <p:cNvSpPr txBox="1"/>
          <p:nvPr/>
        </p:nvSpPr>
        <p:spPr>
          <a:xfrm>
            <a:off x="5654213" y="3713523"/>
            <a:ext cx="883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처리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81066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512B90E-DD5B-4B20-9D7F-83361B53A6F5}"/>
              </a:ext>
            </a:extLst>
          </p:cNvPr>
          <p:cNvSpPr txBox="1"/>
          <p:nvPr/>
        </p:nvSpPr>
        <p:spPr>
          <a:xfrm>
            <a:off x="276904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행동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87A446-1F82-4BC2-B537-9F341CB1225E}"/>
              </a:ext>
            </a:extLst>
          </p:cNvPr>
          <p:cNvSpPr txBox="1"/>
          <p:nvPr/>
        </p:nvSpPr>
        <p:spPr>
          <a:xfrm>
            <a:off x="852976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숙고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52FED-11B8-4983-9CCF-5AB04CF139A7}"/>
              </a:ext>
            </a:extLst>
          </p:cNvPr>
          <p:cNvSpPr txBox="1"/>
          <p:nvPr/>
        </p:nvSpPr>
        <p:spPr>
          <a:xfrm>
            <a:off x="5649403" y="444649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경험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1A5379-AD1F-46D5-9D19-DC2ADD01A2EE}"/>
              </a:ext>
            </a:extLst>
          </p:cNvPr>
          <p:cNvSpPr txBox="1"/>
          <p:nvPr/>
        </p:nvSpPr>
        <p:spPr>
          <a:xfrm>
            <a:off x="5472272" y="5878598"/>
            <a:ext cx="124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개념화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29A03CB-ECD5-48B0-B226-CDA9B970A0B2}"/>
              </a:ext>
            </a:extLst>
          </p:cNvPr>
          <p:cNvGrpSpPr/>
          <p:nvPr/>
        </p:nvGrpSpPr>
        <p:grpSpPr>
          <a:xfrm rot="5400000">
            <a:off x="3765772" y="1098772"/>
            <a:ext cx="4660457" cy="4660457"/>
            <a:chOff x="-2179320" y="579120"/>
            <a:chExt cx="3672840" cy="3672840"/>
          </a:xfrm>
        </p:grpSpPr>
        <p:sp>
          <p:nvSpPr>
            <p:cNvPr id="3" name="화살표: 위쪽/아래쪽 2">
              <a:extLst>
                <a:ext uri="{FF2B5EF4-FFF2-40B4-BE49-F238E27FC236}">
                  <a16:creationId xmlns:a16="http://schemas.microsoft.com/office/drawing/2014/main" id="{23FDAC3A-5F9B-4FA7-ACFE-83B3EE3940C8}"/>
                </a:ext>
              </a:extLst>
            </p:cNvPr>
            <p:cNvSpPr/>
            <p:nvPr/>
          </p:nvSpPr>
          <p:spPr>
            <a:xfrm>
              <a:off x="-735021" y="628418"/>
              <a:ext cx="784243" cy="3574245"/>
            </a:xfrm>
            <a:prstGeom prst="upDownArrow">
              <a:avLst>
                <a:gd name="adj1" fmla="val 50000"/>
                <a:gd name="adj2" fmla="val 48229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2106C88-4CCB-4B55-A691-ECDEE70753B4}"/>
                </a:ext>
              </a:extLst>
            </p:cNvPr>
            <p:cNvSpPr/>
            <p:nvPr/>
          </p:nvSpPr>
          <p:spPr>
            <a:xfrm>
              <a:off x="-2179320" y="579120"/>
              <a:ext cx="3672840" cy="3672840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" name="화살표: 위쪽/아래쪽 14">
            <a:extLst>
              <a:ext uri="{FF2B5EF4-FFF2-40B4-BE49-F238E27FC236}">
                <a16:creationId xmlns:a16="http://schemas.microsoft.com/office/drawing/2014/main" id="{5DC4B826-6875-45B1-83FF-EF31D3BD52E0}"/>
              </a:ext>
            </a:extLst>
          </p:cNvPr>
          <p:cNvSpPr/>
          <p:nvPr/>
        </p:nvSpPr>
        <p:spPr>
          <a:xfrm>
            <a:off x="5598439" y="1161326"/>
            <a:ext cx="995124" cy="4535350"/>
          </a:xfrm>
          <a:prstGeom prst="upDownArrow">
            <a:avLst>
              <a:gd name="adj1" fmla="val 50000"/>
              <a:gd name="adj2" fmla="val 48229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129E9-4E9C-4A48-A1AB-052DAB96FF05}"/>
              </a:ext>
            </a:extLst>
          </p:cNvPr>
          <p:cNvSpPr txBox="1"/>
          <p:nvPr/>
        </p:nvSpPr>
        <p:spPr>
          <a:xfrm>
            <a:off x="5806497" y="1907323"/>
            <a:ext cx="57900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정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보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습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34A49B-1BF5-46A6-AD50-3D376745B43F}"/>
              </a:ext>
            </a:extLst>
          </p:cNvPr>
          <p:cNvSpPr txBox="1"/>
          <p:nvPr/>
        </p:nvSpPr>
        <p:spPr>
          <a:xfrm>
            <a:off x="4749695" y="3157628"/>
            <a:ext cx="2711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사고        처리</a:t>
            </a:r>
          </a:p>
        </p:txBody>
      </p:sp>
    </p:spTree>
    <p:extLst>
      <p:ext uri="{BB962C8B-B14F-4D97-AF65-F5344CB8AC3E}">
        <p14:creationId xmlns:p14="http://schemas.microsoft.com/office/powerpoint/2010/main" val="425943745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순서도: 논리합 31">
            <a:extLst>
              <a:ext uri="{FF2B5EF4-FFF2-40B4-BE49-F238E27FC236}">
                <a16:creationId xmlns:a16="http://schemas.microsoft.com/office/drawing/2014/main" id="{B7084826-8CD4-42F1-A4B4-DCF957253DC4}"/>
              </a:ext>
            </a:extLst>
          </p:cNvPr>
          <p:cNvSpPr/>
          <p:nvPr/>
        </p:nvSpPr>
        <p:spPr bwMode="auto">
          <a:xfrm>
            <a:off x="3765000" y="1098000"/>
            <a:ext cx="4662000" cy="4662000"/>
          </a:xfrm>
          <a:prstGeom prst="flowChartOr">
            <a:avLst/>
          </a:prstGeom>
          <a:solidFill>
            <a:schemeClr val="bg2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2B90E-DD5B-4B20-9D7F-83361B53A6F5}"/>
              </a:ext>
            </a:extLst>
          </p:cNvPr>
          <p:cNvSpPr txBox="1"/>
          <p:nvPr/>
        </p:nvSpPr>
        <p:spPr>
          <a:xfrm>
            <a:off x="276904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행동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87A446-1F82-4BC2-B537-9F341CB1225E}"/>
              </a:ext>
            </a:extLst>
          </p:cNvPr>
          <p:cNvSpPr txBox="1"/>
          <p:nvPr/>
        </p:nvSpPr>
        <p:spPr>
          <a:xfrm>
            <a:off x="852976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숙고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52FED-11B8-4983-9CCF-5AB04CF139A7}"/>
              </a:ext>
            </a:extLst>
          </p:cNvPr>
          <p:cNvSpPr txBox="1"/>
          <p:nvPr/>
        </p:nvSpPr>
        <p:spPr>
          <a:xfrm>
            <a:off x="5649403" y="444649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경험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1A5379-AD1F-46D5-9D19-DC2ADD01A2EE}"/>
              </a:ext>
            </a:extLst>
          </p:cNvPr>
          <p:cNvSpPr txBox="1"/>
          <p:nvPr/>
        </p:nvSpPr>
        <p:spPr>
          <a:xfrm>
            <a:off x="5472272" y="5878598"/>
            <a:ext cx="124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개념화</a:t>
            </a:r>
          </a:p>
        </p:txBody>
      </p:sp>
      <p:sp>
        <p:nvSpPr>
          <p:cNvPr id="13" name="Circular Arrow 48">
            <a:extLst>
              <a:ext uri="{FF2B5EF4-FFF2-40B4-BE49-F238E27FC236}">
                <a16:creationId xmlns:a16="http://schemas.microsoft.com/office/drawing/2014/main" id="{2F1EF11A-C218-4834-A8E9-802C3E8F655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489768" y="3863658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14" name="Circular Arrow 48">
            <a:extLst>
              <a:ext uri="{FF2B5EF4-FFF2-40B4-BE49-F238E27FC236}">
                <a16:creationId xmlns:a16="http://schemas.microsoft.com/office/drawing/2014/main" id="{7570DA4E-E8B7-4DA3-8478-CEEDBB6F9DAD}"/>
              </a:ext>
            </a:extLst>
          </p:cNvPr>
          <p:cNvSpPr>
            <a:spLocks noChangeArrowheads="1"/>
          </p:cNvSpPr>
          <p:nvPr/>
        </p:nvSpPr>
        <p:spPr bwMode="auto">
          <a:xfrm rot="16614134">
            <a:off x="4379278" y="1712278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16" name="Circular Arrow 48">
            <a:extLst>
              <a:ext uri="{FF2B5EF4-FFF2-40B4-BE49-F238E27FC236}">
                <a16:creationId xmlns:a16="http://schemas.microsoft.com/office/drawing/2014/main" id="{1F8A800A-B135-4292-8869-8955DDF39B05}"/>
              </a:ext>
            </a:extLst>
          </p:cNvPr>
          <p:cNvSpPr>
            <a:spLocks noChangeArrowheads="1"/>
          </p:cNvSpPr>
          <p:nvPr/>
        </p:nvSpPr>
        <p:spPr bwMode="auto">
          <a:xfrm rot="356667">
            <a:off x="6316663" y="1617345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FF3C2D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21" name="Circular Arrow 48">
            <a:extLst>
              <a:ext uri="{FF2B5EF4-FFF2-40B4-BE49-F238E27FC236}">
                <a16:creationId xmlns:a16="http://schemas.microsoft.com/office/drawing/2014/main" id="{F834AA74-64A2-4F09-AE76-CA51E43A678D}"/>
              </a:ext>
            </a:extLst>
          </p:cNvPr>
          <p:cNvSpPr>
            <a:spLocks noChangeArrowheads="1"/>
          </p:cNvSpPr>
          <p:nvPr/>
        </p:nvSpPr>
        <p:spPr bwMode="auto">
          <a:xfrm rot="5590147">
            <a:off x="6410960" y="3763963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grpSp>
        <p:nvGrpSpPr>
          <p:cNvPr id="23" name="그룹 36">
            <a:extLst>
              <a:ext uri="{FF2B5EF4-FFF2-40B4-BE49-F238E27FC236}">
                <a16:creationId xmlns:a16="http://schemas.microsoft.com/office/drawing/2014/main" id="{3E55D326-FA9F-44C7-BBE1-C860FBC982C2}"/>
              </a:ext>
            </a:extLst>
          </p:cNvPr>
          <p:cNvGrpSpPr>
            <a:grpSpLocks/>
          </p:cNvGrpSpPr>
          <p:nvPr/>
        </p:nvGrpSpPr>
        <p:grpSpPr bwMode="auto">
          <a:xfrm>
            <a:off x="4476000" y="1809000"/>
            <a:ext cx="3240000" cy="3240000"/>
            <a:chOff x="-2916832" y="836712"/>
            <a:chExt cx="5184576" cy="5184576"/>
          </a:xfrm>
        </p:grpSpPr>
        <p:sp>
          <p:nvSpPr>
            <p:cNvPr id="24" name="원형 32">
              <a:extLst>
                <a:ext uri="{FF2B5EF4-FFF2-40B4-BE49-F238E27FC236}">
                  <a16:creationId xmlns:a16="http://schemas.microsoft.com/office/drawing/2014/main" id="{F1E42B14-B090-4F9C-B19A-B7B30850223C}"/>
                </a:ext>
              </a:extLst>
            </p:cNvPr>
            <p:cNvSpPr/>
            <p:nvPr/>
          </p:nvSpPr>
          <p:spPr>
            <a:xfrm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FFC00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25" name="원형 33">
              <a:extLst>
                <a:ext uri="{FF2B5EF4-FFF2-40B4-BE49-F238E27FC236}">
                  <a16:creationId xmlns:a16="http://schemas.microsoft.com/office/drawing/2014/main" id="{69ED057E-DEA5-4E01-B982-52C98528886F}"/>
                </a:ext>
              </a:extLst>
            </p:cNvPr>
            <p:cNvSpPr/>
            <p:nvPr/>
          </p:nvSpPr>
          <p:spPr>
            <a:xfrm rot="54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FF3C2D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26" name="원형 34">
              <a:extLst>
                <a:ext uri="{FF2B5EF4-FFF2-40B4-BE49-F238E27FC236}">
                  <a16:creationId xmlns:a16="http://schemas.microsoft.com/office/drawing/2014/main" id="{D83CBD10-EEA4-4CE1-B705-4EC8AF9F8560}"/>
                </a:ext>
              </a:extLst>
            </p:cNvPr>
            <p:cNvSpPr/>
            <p:nvPr/>
          </p:nvSpPr>
          <p:spPr>
            <a:xfrm rot="108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0070C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27" name="원형 35">
              <a:extLst>
                <a:ext uri="{FF2B5EF4-FFF2-40B4-BE49-F238E27FC236}">
                  <a16:creationId xmlns:a16="http://schemas.microsoft.com/office/drawing/2014/main" id="{28D9415E-D114-484C-B91A-1428C10ACACE}"/>
                </a:ext>
              </a:extLst>
            </p:cNvPr>
            <p:cNvSpPr/>
            <p:nvPr/>
          </p:nvSpPr>
          <p:spPr>
            <a:xfrm rot="162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00B05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932AB0-21CB-41C2-B56B-B51DDBAE952D}"/>
              </a:ext>
            </a:extLst>
          </p:cNvPr>
          <p:cNvSpPr txBox="1"/>
          <p:nvPr/>
        </p:nvSpPr>
        <p:spPr>
          <a:xfrm>
            <a:off x="6187580" y="2607558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WHY?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BC5884-D348-42AB-BD0E-866A92440D94}"/>
              </a:ext>
            </a:extLst>
          </p:cNvPr>
          <p:cNvSpPr txBox="1"/>
          <p:nvPr/>
        </p:nvSpPr>
        <p:spPr>
          <a:xfrm>
            <a:off x="5092470" y="2607558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IF?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09EFF7-A6CA-411F-AFBA-B7080DEC9756}"/>
              </a:ext>
            </a:extLst>
          </p:cNvPr>
          <p:cNvSpPr txBox="1"/>
          <p:nvPr/>
        </p:nvSpPr>
        <p:spPr>
          <a:xfrm>
            <a:off x="6068958" y="3833349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WHAT?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8B0C18-CFA2-40A4-908E-BFB2F6336B80}"/>
              </a:ext>
            </a:extLst>
          </p:cNvPr>
          <p:cNvSpPr txBox="1"/>
          <p:nvPr/>
        </p:nvSpPr>
        <p:spPr>
          <a:xfrm>
            <a:off x="4787097" y="3833349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HOW?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60112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5AE66-2821-A959-C6FC-692CDD071CA7}"/>
              </a:ext>
            </a:extLst>
          </p:cNvPr>
          <p:cNvSpPr txBox="1"/>
          <p:nvPr/>
        </p:nvSpPr>
        <p:spPr>
          <a:xfrm rot="10800000" flipH="1" flipV="1">
            <a:off x="1662022" y="2767281"/>
            <a:ext cx="88679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함께 일하기 편한 사람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상황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함께 일하기 불편한 사람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상황</a:t>
            </a:r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213905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순서도: 논리합 31">
            <a:extLst>
              <a:ext uri="{FF2B5EF4-FFF2-40B4-BE49-F238E27FC236}">
                <a16:creationId xmlns:a16="http://schemas.microsoft.com/office/drawing/2014/main" id="{B7084826-8CD4-42F1-A4B4-DCF957253DC4}"/>
              </a:ext>
            </a:extLst>
          </p:cNvPr>
          <p:cNvSpPr/>
          <p:nvPr/>
        </p:nvSpPr>
        <p:spPr bwMode="auto">
          <a:xfrm>
            <a:off x="3765000" y="1098000"/>
            <a:ext cx="4662000" cy="4662000"/>
          </a:xfrm>
          <a:prstGeom prst="flowChartOr">
            <a:avLst/>
          </a:prstGeom>
          <a:solidFill>
            <a:schemeClr val="bg2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2B90E-DD5B-4B20-9D7F-83361B53A6F5}"/>
              </a:ext>
            </a:extLst>
          </p:cNvPr>
          <p:cNvSpPr txBox="1"/>
          <p:nvPr/>
        </p:nvSpPr>
        <p:spPr>
          <a:xfrm>
            <a:off x="276904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행동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87A446-1F82-4BC2-B537-9F341CB1225E}"/>
              </a:ext>
            </a:extLst>
          </p:cNvPr>
          <p:cNvSpPr txBox="1"/>
          <p:nvPr/>
        </p:nvSpPr>
        <p:spPr>
          <a:xfrm>
            <a:off x="852976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숙고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B52FED-11B8-4983-9CCF-5AB04CF139A7}"/>
              </a:ext>
            </a:extLst>
          </p:cNvPr>
          <p:cNvSpPr txBox="1"/>
          <p:nvPr/>
        </p:nvSpPr>
        <p:spPr>
          <a:xfrm>
            <a:off x="5649403" y="444649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경험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1A5379-AD1F-46D5-9D19-DC2ADD01A2EE}"/>
              </a:ext>
            </a:extLst>
          </p:cNvPr>
          <p:cNvSpPr txBox="1"/>
          <p:nvPr/>
        </p:nvSpPr>
        <p:spPr>
          <a:xfrm>
            <a:off x="5472272" y="5878598"/>
            <a:ext cx="124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개념화</a:t>
            </a:r>
          </a:p>
        </p:txBody>
      </p:sp>
      <p:sp>
        <p:nvSpPr>
          <p:cNvPr id="13" name="Circular Arrow 48">
            <a:extLst>
              <a:ext uri="{FF2B5EF4-FFF2-40B4-BE49-F238E27FC236}">
                <a16:creationId xmlns:a16="http://schemas.microsoft.com/office/drawing/2014/main" id="{2F1EF11A-C218-4834-A8E9-802C3E8F655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489768" y="3863658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14" name="Circular Arrow 48">
            <a:extLst>
              <a:ext uri="{FF2B5EF4-FFF2-40B4-BE49-F238E27FC236}">
                <a16:creationId xmlns:a16="http://schemas.microsoft.com/office/drawing/2014/main" id="{7570DA4E-E8B7-4DA3-8478-CEEDBB6F9DAD}"/>
              </a:ext>
            </a:extLst>
          </p:cNvPr>
          <p:cNvSpPr>
            <a:spLocks noChangeArrowheads="1"/>
          </p:cNvSpPr>
          <p:nvPr/>
        </p:nvSpPr>
        <p:spPr bwMode="auto">
          <a:xfrm rot="16614134">
            <a:off x="4379278" y="1712278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16" name="Circular Arrow 48">
            <a:extLst>
              <a:ext uri="{FF2B5EF4-FFF2-40B4-BE49-F238E27FC236}">
                <a16:creationId xmlns:a16="http://schemas.microsoft.com/office/drawing/2014/main" id="{1F8A800A-B135-4292-8869-8955DDF39B05}"/>
              </a:ext>
            </a:extLst>
          </p:cNvPr>
          <p:cNvSpPr>
            <a:spLocks noChangeArrowheads="1"/>
          </p:cNvSpPr>
          <p:nvPr/>
        </p:nvSpPr>
        <p:spPr bwMode="auto">
          <a:xfrm rot="356667">
            <a:off x="6316663" y="1617345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FF3C2D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21" name="Circular Arrow 48">
            <a:extLst>
              <a:ext uri="{FF2B5EF4-FFF2-40B4-BE49-F238E27FC236}">
                <a16:creationId xmlns:a16="http://schemas.microsoft.com/office/drawing/2014/main" id="{F834AA74-64A2-4F09-AE76-CA51E43A678D}"/>
              </a:ext>
            </a:extLst>
          </p:cNvPr>
          <p:cNvSpPr>
            <a:spLocks noChangeArrowheads="1"/>
          </p:cNvSpPr>
          <p:nvPr/>
        </p:nvSpPr>
        <p:spPr bwMode="auto">
          <a:xfrm rot="5590147">
            <a:off x="6410960" y="3763963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grpSp>
        <p:nvGrpSpPr>
          <p:cNvPr id="23" name="그룹 36">
            <a:extLst>
              <a:ext uri="{FF2B5EF4-FFF2-40B4-BE49-F238E27FC236}">
                <a16:creationId xmlns:a16="http://schemas.microsoft.com/office/drawing/2014/main" id="{3E55D326-FA9F-44C7-BBE1-C860FBC982C2}"/>
              </a:ext>
            </a:extLst>
          </p:cNvPr>
          <p:cNvGrpSpPr>
            <a:grpSpLocks/>
          </p:cNvGrpSpPr>
          <p:nvPr/>
        </p:nvGrpSpPr>
        <p:grpSpPr bwMode="auto">
          <a:xfrm>
            <a:off x="4476000" y="1809000"/>
            <a:ext cx="3240000" cy="3240000"/>
            <a:chOff x="-2916832" y="836712"/>
            <a:chExt cx="5184576" cy="5184576"/>
          </a:xfrm>
        </p:grpSpPr>
        <p:sp>
          <p:nvSpPr>
            <p:cNvPr id="24" name="원형 32">
              <a:extLst>
                <a:ext uri="{FF2B5EF4-FFF2-40B4-BE49-F238E27FC236}">
                  <a16:creationId xmlns:a16="http://schemas.microsoft.com/office/drawing/2014/main" id="{F1E42B14-B090-4F9C-B19A-B7B30850223C}"/>
                </a:ext>
              </a:extLst>
            </p:cNvPr>
            <p:cNvSpPr/>
            <p:nvPr/>
          </p:nvSpPr>
          <p:spPr>
            <a:xfrm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FFC00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25" name="원형 33">
              <a:extLst>
                <a:ext uri="{FF2B5EF4-FFF2-40B4-BE49-F238E27FC236}">
                  <a16:creationId xmlns:a16="http://schemas.microsoft.com/office/drawing/2014/main" id="{69ED057E-DEA5-4E01-B982-52C98528886F}"/>
                </a:ext>
              </a:extLst>
            </p:cNvPr>
            <p:cNvSpPr/>
            <p:nvPr/>
          </p:nvSpPr>
          <p:spPr>
            <a:xfrm rot="54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FF3C2D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26" name="원형 34">
              <a:extLst>
                <a:ext uri="{FF2B5EF4-FFF2-40B4-BE49-F238E27FC236}">
                  <a16:creationId xmlns:a16="http://schemas.microsoft.com/office/drawing/2014/main" id="{D83CBD10-EEA4-4CE1-B705-4EC8AF9F8560}"/>
                </a:ext>
              </a:extLst>
            </p:cNvPr>
            <p:cNvSpPr/>
            <p:nvPr/>
          </p:nvSpPr>
          <p:spPr>
            <a:xfrm rot="108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0070C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27" name="원형 35">
              <a:extLst>
                <a:ext uri="{FF2B5EF4-FFF2-40B4-BE49-F238E27FC236}">
                  <a16:creationId xmlns:a16="http://schemas.microsoft.com/office/drawing/2014/main" id="{28D9415E-D114-484C-B91A-1428C10ACACE}"/>
                </a:ext>
              </a:extLst>
            </p:cNvPr>
            <p:cNvSpPr/>
            <p:nvPr/>
          </p:nvSpPr>
          <p:spPr>
            <a:xfrm rot="162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00B05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932AB0-21CB-41C2-B56B-B51DDBAE952D}"/>
              </a:ext>
            </a:extLst>
          </p:cNvPr>
          <p:cNvSpPr txBox="1"/>
          <p:nvPr/>
        </p:nvSpPr>
        <p:spPr>
          <a:xfrm>
            <a:off x="6187580" y="2607558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WHY?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BC5884-D348-42AB-BD0E-866A92440D94}"/>
              </a:ext>
            </a:extLst>
          </p:cNvPr>
          <p:cNvSpPr txBox="1"/>
          <p:nvPr/>
        </p:nvSpPr>
        <p:spPr>
          <a:xfrm>
            <a:off x="5092470" y="2607558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IF?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09EFF7-A6CA-411F-AFBA-B7080DEC9756}"/>
              </a:ext>
            </a:extLst>
          </p:cNvPr>
          <p:cNvSpPr txBox="1"/>
          <p:nvPr/>
        </p:nvSpPr>
        <p:spPr>
          <a:xfrm>
            <a:off x="6068958" y="3833349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WHAT?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8B0C18-CFA2-40A4-908E-BFB2F6336B80}"/>
              </a:ext>
            </a:extLst>
          </p:cNvPr>
          <p:cNvSpPr txBox="1"/>
          <p:nvPr/>
        </p:nvSpPr>
        <p:spPr>
          <a:xfrm>
            <a:off x="4787097" y="3833349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HOW?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5631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1" name="Picture 2" descr="H:\01 INNA\Design Source\Powerpoint_Sources\다이어그램\다이어그램 소스\주기형_4등분_png\4p_10_L.png">
            <a:extLst>
              <a:ext uri="{FF2B5EF4-FFF2-40B4-BE49-F238E27FC236}">
                <a16:creationId xmlns:a16="http://schemas.microsoft.com/office/drawing/2014/main" id="{E8AB91BC-C1D1-46ED-B9D1-75D07923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6" y="908051"/>
            <a:ext cx="561657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20" name="Tekstboks 37">
            <a:extLst>
              <a:ext uri="{FF2B5EF4-FFF2-40B4-BE49-F238E27FC236}">
                <a16:creationId xmlns:a16="http://schemas.microsoft.com/office/drawing/2014/main" id="{83B3040A-7582-496E-A46A-52A300BBA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688" y="3559769"/>
            <a:ext cx="1952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2400" dirty="0">
                <a:solidFill>
                  <a:srgbClr val="00206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권위자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8B2B591-AD36-4424-949C-2BF373714FAC}"/>
              </a:ext>
            </a:extLst>
          </p:cNvPr>
          <p:cNvGrpSpPr/>
          <p:nvPr/>
        </p:nvGrpSpPr>
        <p:grpSpPr>
          <a:xfrm>
            <a:off x="6598399" y="1582632"/>
            <a:ext cx="2290094" cy="877926"/>
            <a:chOff x="4519242" y="1071716"/>
            <a:chExt cx="2290094" cy="877926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7" name="이등변 삼각형 26">
              <a:extLst>
                <a:ext uri="{FF2B5EF4-FFF2-40B4-BE49-F238E27FC236}">
                  <a16:creationId xmlns:a16="http://schemas.microsoft.com/office/drawing/2014/main" id="{67079694-D6A0-4954-BFAA-613817AB4A30}"/>
                </a:ext>
              </a:extLst>
            </p:cNvPr>
            <p:cNvSpPr/>
            <p:nvPr/>
          </p:nvSpPr>
          <p:spPr>
            <a:xfrm rot="13500000">
              <a:off x="4708762" y="1367143"/>
              <a:ext cx="392979" cy="77201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D3CB0BE-032F-4E77-9FD7-7545F18A2B6F}"/>
                </a:ext>
              </a:extLst>
            </p:cNvPr>
            <p:cNvSpPr/>
            <p:nvPr/>
          </p:nvSpPr>
          <p:spPr>
            <a:xfrm>
              <a:off x="4706571" y="1071716"/>
              <a:ext cx="2102765" cy="658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000" dirty="0">
                  <a:solidFill>
                    <a:srgbClr val="FF3C2D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관계</a:t>
              </a:r>
              <a:r>
                <a:rPr lang="en-US" altLang="ko-KR" sz="2000" dirty="0">
                  <a:solidFill>
                    <a:srgbClr val="FF3C2D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,</a:t>
              </a:r>
              <a:r>
                <a:rPr lang="ko-KR" altLang="en-US" sz="2000" dirty="0">
                  <a:solidFill>
                    <a:srgbClr val="FF3C2D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신뢰 위주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2383101-B3DD-4835-AA0A-0E0D6A957DB6}"/>
              </a:ext>
            </a:extLst>
          </p:cNvPr>
          <p:cNvGrpSpPr/>
          <p:nvPr/>
        </p:nvGrpSpPr>
        <p:grpSpPr>
          <a:xfrm>
            <a:off x="7212781" y="4172099"/>
            <a:ext cx="2536057" cy="675329"/>
            <a:chOff x="4320560" y="1055148"/>
            <a:chExt cx="2536057" cy="675329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DA5A97EE-BDE2-4F91-A301-E22881185B57}"/>
                </a:ext>
              </a:extLst>
            </p:cNvPr>
            <p:cNvSpPr/>
            <p:nvPr/>
          </p:nvSpPr>
          <p:spPr>
            <a:xfrm rot="18436834">
              <a:off x="4510080" y="865628"/>
              <a:ext cx="392979" cy="77201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A4D1ADD-585F-4CB2-AA32-EC7FB93A0163}"/>
                </a:ext>
              </a:extLst>
            </p:cNvPr>
            <p:cNvSpPr/>
            <p:nvPr/>
          </p:nvSpPr>
          <p:spPr>
            <a:xfrm>
              <a:off x="4706571" y="1071716"/>
              <a:ext cx="2150046" cy="658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+mn-cs"/>
                </a:rPr>
                <a:t>위계 질서 존중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2F1CF5B-A6A3-42F1-AEA1-80BA474C9EE5}"/>
              </a:ext>
            </a:extLst>
          </p:cNvPr>
          <p:cNvGrpSpPr/>
          <p:nvPr/>
        </p:nvGrpSpPr>
        <p:grpSpPr>
          <a:xfrm>
            <a:off x="3432175" y="5077859"/>
            <a:ext cx="2262217" cy="1314547"/>
            <a:chOff x="5109235" y="875227"/>
            <a:chExt cx="2262217" cy="1314547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65AA3CA4-E8B9-4370-88BF-6352828631D5}"/>
                </a:ext>
              </a:extLst>
            </p:cNvPr>
            <p:cNvSpPr/>
            <p:nvPr/>
          </p:nvSpPr>
          <p:spPr>
            <a:xfrm rot="2700000">
              <a:off x="6788953" y="685707"/>
              <a:ext cx="392979" cy="77201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755FA72-373D-48C9-B5CD-7965F249989D}"/>
                </a:ext>
              </a:extLst>
            </p:cNvPr>
            <p:cNvSpPr/>
            <p:nvPr/>
          </p:nvSpPr>
          <p:spPr>
            <a:xfrm>
              <a:off x="5109235" y="1080557"/>
              <a:ext cx="2150046" cy="11092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000" dirty="0">
                  <a:solidFill>
                    <a:srgbClr val="00B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나의 일에 </a:t>
              </a:r>
              <a:endParaRPr lang="en-US" altLang="ko-KR" sz="2000" dirty="0">
                <a:solidFill>
                  <a:srgbClr val="00B05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000" dirty="0">
                  <a:solidFill>
                    <a:srgbClr val="00B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방해되지 않는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000" dirty="0">
                  <a:solidFill>
                    <a:srgbClr val="00B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선에서 따름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0D2C8CF-1C5D-485C-B50B-C97CD760DDFB}"/>
              </a:ext>
            </a:extLst>
          </p:cNvPr>
          <p:cNvGrpSpPr/>
          <p:nvPr/>
        </p:nvGrpSpPr>
        <p:grpSpPr>
          <a:xfrm>
            <a:off x="3695438" y="1691779"/>
            <a:ext cx="1757738" cy="1099228"/>
            <a:chOff x="6354039" y="1071716"/>
            <a:chExt cx="1757738" cy="109922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이등변 삼각형 35">
              <a:extLst>
                <a:ext uri="{FF2B5EF4-FFF2-40B4-BE49-F238E27FC236}">
                  <a16:creationId xmlns:a16="http://schemas.microsoft.com/office/drawing/2014/main" id="{9E883A68-3B27-463E-AB8E-B88C5D92FDD7}"/>
                </a:ext>
              </a:extLst>
            </p:cNvPr>
            <p:cNvSpPr/>
            <p:nvPr/>
          </p:nvSpPr>
          <p:spPr>
            <a:xfrm rot="9000000">
              <a:off x="7638631" y="1398925"/>
              <a:ext cx="392979" cy="77201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8313C64-C962-4358-B2AC-B3B053BDD9C7}"/>
                </a:ext>
              </a:extLst>
            </p:cNvPr>
            <p:cNvSpPr/>
            <p:nvPr/>
          </p:nvSpPr>
          <p:spPr>
            <a:xfrm>
              <a:off x="6354039" y="1071716"/>
              <a:ext cx="1757738" cy="658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000" dirty="0">
                  <a:solidFill>
                    <a:srgbClr val="FFC00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상관 없음</a:t>
              </a:r>
            </a:p>
          </p:txBody>
        </p:sp>
      </p:grpSp>
      <p:pic>
        <p:nvPicPr>
          <p:cNvPr id="38" name="Picture 2" descr="H:\01 INNA\★ PAULnMARK\paulnmark\4MAT\작업 이미지\76191849 copy.png">
            <a:extLst>
              <a:ext uri="{FF2B5EF4-FFF2-40B4-BE49-F238E27FC236}">
                <a16:creationId xmlns:a16="http://schemas.microsoft.com/office/drawing/2014/main" id="{98B31F1C-E454-476A-BABB-41472B1BA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925" y="4021434"/>
            <a:ext cx="42830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3" descr="H:\01 INNA\★ PAULnMARK\paulnmark\4MAT\작업 이미지\74580288 copy.png">
            <a:extLst>
              <a:ext uri="{FF2B5EF4-FFF2-40B4-BE49-F238E27FC236}">
                <a16:creationId xmlns:a16="http://schemas.microsoft.com/office/drawing/2014/main" id="{E82352D5-7E41-40DE-ACAA-3BD5944AF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63271" y="473858"/>
            <a:ext cx="2271712" cy="299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" name="Picture 4" descr="H:\01 INNA\★ PAULnMARK\paulnmark\4MAT\작업 이미지\95774595 copy.png">
            <a:extLst>
              <a:ext uri="{FF2B5EF4-FFF2-40B4-BE49-F238E27FC236}">
                <a16:creationId xmlns:a16="http://schemas.microsoft.com/office/drawing/2014/main" id="{15220E7E-DAC3-4766-8D06-1D182A02B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88885" y="435979"/>
            <a:ext cx="4294571" cy="2858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" name="Picture 5" descr="H:\01 INNA\★ PAULnMARK\paulnmark\4MAT\작업 이미지\160681391 copy.png">
            <a:extLst>
              <a:ext uri="{FF2B5EF4-FFF2-40B4-BE49-F238E27FC236}">
                <a16:creationId xmlns:a16="http://schemas.microsoft.com/office/drawing/2014/main" id="{CDE3EB7E-B00E-44B9-AF9F-1BD854BBD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2691" y="3710732"/>
            <a:ext cx="3887788" cy="2592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9269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88">
            <a:extLst>
              <a:ext uri="{FF2B5EF4-FFF2-40B4-BE49-F238E27FC236}">
                <a16:creationId xmlns:a16="http://schemas.microsoft.com/office/drawing/2014/main" id="{5DD00CDF-5E17-4FB8-93C5-D10936D60666}"/>
              </a:ext>
            </a:extLst>
          </p:cNvPr>
          <p:cNvSpPr/>
          <p:nvPr/>
        </p:nvSpPr>
        <p:spPr bwMode="auto">
          <a:xfrm rot="10800000">
            <a:off x="2640014" y="5783264"/>
            <a:ext cx="219075" cy="2190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29" name="Oval 85">
            <a:extLst>
              <a:ext uri="{FF2B5EF4-FFF2-40B4-BE49-F238E27FC236}">
                <a16:creationId xmlns:a16="http://schemas.microsoft.com/office/drawing/2014/main" id="{0066167C-BF1E-4341-ADC2-98CC44A7EEB9}"/>
              </a:ext>
            </a:extLst>
          </p:cNvPr>
          <p:cNvSpPr/>
          <p:nvPr/>
        </p:nvSpPr>
        <p:spPr bwMode="auto">
          <a:xfrm rot="10800000">
            <a:off x="2640014" y="5080001"/>
            <a:ext cx="219075" cy="2190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27" name="Oval 82">
            <a:extLst>
              <a:ext uri="{FF2B5EF4-FFF2-40B4-BE49-F238E27FC236}">
                <a16:creationId xmlns:a16="http://schemas.microsoft.com/office/drawing/2014/main" id="{78F539DE-4B51-47CA-82A9-7459C83DB323}"/>
              </a:ext>
            </a:extLst>
          </p:cNvPr>
          <p:cNvSpPr/>
          <p:nvPr/>
        </p:nvSpPr>
        <p:spPr bwMode="auto">
          <a:xfrm rot="10800000">
            <a:off x="2640014" y="1558926"/>
            <a:ext cx="219075" cy="22066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25" name="Oval 79">
            <a:extLst>
              <a:ext uri="{FF2B5EF4-FFF2-40B4-BE49-F238E27FC236}">
                <a16:creationId xmlns:a16="http://schemas.microsoft.com/office/drawing/2014/main" id="{EA314F99-ADBC-4EC9-88EE-B5B4C34221F1}"/>
              </a:ext>
            </a:extLst>
          </p:cNvPr>
          <p:cNvSpPr/>
          <p:nvPr/>
        </p:nvSpPr>
        <p:spPr bwMode="auto">
          <a:xfrm rot="10800000">
            <a:off x="2640014" y="854076"/>
            <a:ext cx="219075" cy="22066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23" name="Oval 92">
            <a:extLst>
              <a:ext uri="{FF2B5EF4-FFF2-40B4-BE49-F238E27FC236}">
                <a16:creationId xmlns:a16="http://schemas.microsoft.com/office/drawing/2014/main" id="{4E967503-44F5-4F2C-B902-1AA0624A53B0}"/>
              </a:ext>
            </a:extLst>
          </p:cNvPr>
          <p:cNvSpPr/>
          <p:nvPr/>
        </p:nvSpPr>
        <p:spPr bwMode="auto">
          <a:xfrm rot="10800000">
            <a:off x="2640014" y="2967038"/>
            <a:ext cx="219075" cy="22066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21" name="Oval 95">
            <a:extLst>
              <a:ext uri="{FF2B5EF4-FFF2-40B4-BE49-F238E27FC236}">
                <a16:creationId xmlns:a16="http://schemas.microsoft.com/office/drawing/2014/main" id="{76DF3E4D-8931-464A-9F31-F948E8E2C79A}"/>
              </a:ext>
            </a:extLst>
          </p:cNvPr>
          <p:cNvSpPr/>
          <p:nvPr/>
        </p:nvSpPr>
        <p:spPr bwMode="auto">
          <a:xfrm rot="10800000">
            <a:off x="2640014" y="2263776"/>
            <a:ext cx="219075" cy="2190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19" name="Oval 98">
            <a:extLst>
              <a:ext uri="{FF2B5EF4-FFF2-40B4-BE49-F238E27FC236}">
                <a16:creationId xmlns:a16="http://schemas.microsoft.com/office/drawing/2014/main" id="{4BF7AF59-3CB9-47B5-B802-1BFDEB434B07}"/>
              </a:ext>
            </a:extLst>
          </p:cNvPr>
          <p:cNvSpPr/>
          <p:nvPr/>
        </p:nvSpPr>
        <p:spPr bwMode="auto">
          <a:xfrm rot="10800000">
            <a:off x="2640014" y="4375151"/>
            <a:ext cx="219075" cy="2190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sp>
        <p:nvSpPr>
          <p:cNvPr id="17" name="Oval 101">
            <a:extLst>
              <a:ext uri="{FF2B5EF4-FFF2-40B4-BE49-F238E27FC236}">
                <a16:creationId xmlns:a16="http://schemas.microsoft.com/office/drawing/2014/main" id="{AFE65DFE-3826-423B-A3DB-BF743E31CEDF}"/>
              </a:ext>
            </a:extLst>
          </p:cNvPr>
          <p:cNvSpPr/>
          <p:nvPr/>
        </p:nvSpPr>
        <p:spPr bwMode="auto">
          <a:xfrm rot="10800000">
            <a:off x="2640014" y="3671889"/>
            <a:ext cx="219075" cy="2190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 panose="02000000000000000000" pitchFamily="50" charset="-127"/>
              <a:ea typeface="MS PGothic" pitchFamily="34" charset="-128"/>
              <a:cs typeface="+mn-cs"/>
            </a:endParaRPr>
          </a:p>
        </p:txBody>
      </p:sp>
      <p:grpSp>
        <p:nvGrpSpPr>
          <p:cNvPr id="87051" name="그룹 61">
            <a:extLst>
              <a:ext uri="{FF2B5EF4-FFF2-40B4-BE49-F238E27FC236}">
                <a16:creationId xmlns:a16="http://schemas.microsoft.com/office/drawing/2014/main" id="{0B270762-80A0-49BE-A582-C59AFA51754E}"/>
              </a:ext>
            </a:extLst>
          </p:cNvPr>
          <p:cNvGrpSpPr>
            <a:grpSpLocks/>
          </p:cNvGrpSpPr>
          <p:nvPr/>
        </p:nvGrpSpPr>
        <p:grpSpPr bwMode="auto">
          <a:xfrm>
            <a:off x="1631950" y="268288"/>
            <a:ext cx="8807450" cy="6329362"/>
            <a:chOff x="-2984397" y="124482"/>
            <a:chExt cx="9221594" cy="6626608"/>
          </a:xfrm>
        </p:grpSpPr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21A255C1-4E97-4302-ABAB-E61497659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84397" y="134454"/>
              <a:ext cx="4604148" cy="6616636"/>
            </a:xfrm>
            <a:prstGeom prst="roundRect">
              <a:avLst>
                <a:gd name="adj" fmla="val 2870"/>
              </a:avLst>
            </a:pr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8" name="Rectangle 36">
              <a:extLst>
                <a:ext uri="{FF2B5EF4-FFF2-40B4-BE49-F238E27FC236}">
                  <a16:creationId xmlns:a16="http://schemas.microsoft.com/office/drawing/2014/main" id="{B816CDD8-C1F5-4F96-B033-1B99CEACE2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-2753358" y="363818"/>
              <a:ext cx="4328232" cy="6176192"/>
            </a:xfrm>
            <a:prstGeom prst="rect">
              <a:avLst/>
            </a:prstGeom>
            <a:gradFill rotWithShape="1">
              <a:gsLst>
                <a:gs pos="0">
                  <a:srgbClr val="F2F2F2"/>
                </a:gs>
                <a:gs pos="100000">
                  <a:schemeClr val="bg1"/>
                </a:gs>
              </a:gsLst>
              <a:lin ang="0"/>
            </a:gra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34" name="Rounded Rectangle 4">
              <a:extLst>
                <a:ext uri="{FF2B5EF4-FFF2-40B4-BE49-F238E27FC236}">
                  <a16:creationId xmlns:a16="http://schemas.microsoft.com/office/drawing/2014/main" id="{49EC02DA-4854-4766-B166-F8B4563036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633049" y="124482"/>
              <a:ext cx="4604148" cy="6616636"/>
            </a:xfrm>
            <a:prstGeom prst="roundRect">
              <a:avLst>
                <a:gd name="adj" fmla="val 2870"/>
              </a:avLst>
            </a:pr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08B439E7-1077-4A05-BCF4-0917398E7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562" y="335562"/>
              <a:ext cx="4328232" cy="6176192"/>
            </a:xfrm>
            <a:prstGeom prst="rect">
              <a:avLst/>
            </a:prstGeom>
            <a:gradFill rotWithShape="1">
              <a:gsLst>
                <a:gs pos="0">
                  <a:srgbClr val="F2F2F2"/>
                </a:gs>
                <a:gs pos="100000">
                  <a:schemeClr val="bg1"/>
                </a:gs>
              </a:gsLst>
              <a:lin ang="0"/>
            </a:gradFill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endParaRPr>
            </a:p>
          </p:txBody>
        </p:sp>
        <p:sp>
          <p:nvSpPr>
            <p:cNvPr id="58" name="Oval 88">
              <a:extLst>
                <a:ext uri="{FF2B5EF4-FFF2-40B4-BE49-F238E27FC236}">
                  <a16:creationId xmlns:a16="http://schemas.microsoft.com/office/drawing/2014/main" id="{8C982941-AFBB-4E7F-8054-CF1A6ACA0D2B}"/>
                </a:ext>
              </a:extLst>
            </p:cNvPr>
            <p:cNvSpPr/>
            <p:nvPr/>
          </p:nvSpPr>
          <p:spPr bwMode="auto">
            <a:xfrm>
              <a:off x="1850790" y="872406"/>
              <a:ext cx="221065" cy="221053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56" name="Oval 85">
              <a:extLst>
                <a:ext uri="{FF2B5EF4-FFF2-40B4-BE49-F238E27FC236}">
                  <a16:creationId xmlns:a16="http://schemas.microsoft.com/office/drawing/2014/main" id="{9136C11A-EBD7-4057-9CB6-38F3DCA7F128}"/>
                </a:ext>
              </a:extLst>
            </p:cNvPr>
            <p:cNvSpPr/>
            <p:nvPr/>
          </p:nvSpPr>
          <p:spPr bwMode="auto">
            <a:xfrm>
              <a:off x="1850790" y="1575454"/>
              <a:ext cx="221065" cy="22105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54" name="Oval 82">
              <a:extLst>
                <a:ext uri="{FF2B5EF4-FFF2-40B4-BE49-F238E27FC236}">
                  <a16:creationId xmlns:a16="http://schemas.microsoft.com/office/drawing/2014/main" id="{AE6E5EA2-6467-450D-80E2-DEC500C5B508}"/>
                </a:ext>
              </a:extLst>
            </p:cNvPr>
            <p:cNvSpPr/>
            <p:nvPr/>
          </p:nvSpPr>
          <p:spPr bwMode="auto">
            <a:xfrm>
              <a:off x="1850790" y="5095684"/>
              <a:ext cx="221065" cy="22105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52" name="Oval 79">
              <a:extLst>
                <a:ext uri="{FF2B5EF4-FFF2-40B4-BE49-F238E27FC236}">
                  <a16:creationId xmlns:a16="http://schemas.microsoft.com/office/drawing/2014/main" id="{B662F2A3-91B0-4A9C-B6AC-85EA567FE0CB}"/>
                </a:ext>
              </a:extLst>
            </p:cNvPr>
            <p:cNvSpPr/>
            <p:nvPr/>
          </p:nvSpPr>
          <p:spPr bwMode="auto">
            <a:xfrm>
              <a:off x="1850790" y="5800395"/>
              <a:ext cx="221065" cy="22105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50" name="Oval 92">
              <a:extLst>
                <a:ext uri="{FF2B5EF4-FFF2-40B4-BE49-F238E27FC236}">
                  <a16:creationId xmlns:a16="http://schemas.microsoft.com/office/drawing/2014/main" id="{79B7AB1F-C6C3-4897-8AFE-E0B230C90733}"/>
                </a:ext>
              </a:extLst>
            </p:cNvPr>
            <p:cNvSpPr/>
            <p:nvPr/>
          </p:nvSpPr>
          <p:spPr bwMode="auto">
            <a:xfrm>
              <a:off x="1850790" y="3687925"/>
              <a:ext cx="221065" cy="221053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48" name="Oval 95">
              <a:extLst>
                <a:ext uri="{FF2B5EF4-FFF2-40B4-BE49-F238E27FC236}">
                  <a16:creationId xmlns:a16="http://schemas.microsoft.com/office/drawing/2014/main" id="{6E66362C-F325-4709-B437-34C358DBF721}"/>
                </a:ext>
              </a:extLst>
            </p:cNvPr>
            <p:cNvSpPr/>
            <p:nvPr/>
          </p:nvSpPr>
          <p:spPr bwMode="auto">
            <a:xfrm>
              <a:off x="1850790" y="4392636"/>
              <a:ext cx="221065" cy="219391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46" name="Oval 98">
              <a:extLst>
                <a:ext uri="{FF2B5EF4-FFF2-40B4-BE49-F238E27FC236}">
                  <a16:creationId xmlns:a16="http://schemas.microsoft.com/office/drawing/2014/main" id="{EF370E79-1C3C-4213-98F1-42BDA4AD0DDF}"/>
                </a:ext>
              </a:extLst>
            </p:cNvPr>
            <p:cNvSpPr/>
            <p:nvPr/>
          </p:nvSpPr>
          <p:spPr bwMode="auto">
            <a:xfrm>
              <a:off x="1850790" y="2280165"/>
              <a:ext cx="221065" cy="22105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sp>
          <p:nvSpPr>
            <p:cNvPr id="44" name="Oval 101">
              <a:extLst>
                <a:ext uri="{FF2B5EF4-FFF2-40B4-BE49-F238E27FC236}">
                  <a16:creationId xmlns:a16="http://schemas.microsoft.com/office/drawing/2014/main" id="{B85960F9-348E-4197-8B65-2F0E4378226A}"/>
                </a:ext>
              </a:extLst>
            </p:cNvPr>
            <p:cNvSpPr/>
            <p:nvPr/>
          </p:nvSpPr>
          <p:spPr bwMode="auto">
            <a:xfrm>
              <a:off x="1850790" y="2983215"/>
              <a:ext cx="221065" cy="221053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마켓 산스 Medium" panose="02000000000000000000" pitchFamily="50" charset="-127"/>
                <a:ea typeface="MS PGothic" pitchFamily="34" charset="-128"/>
                <a:cs typeface="+mn-cs"/>
              </a:endParaRPr>
            </a:p>
          </p:txBody>
        </p:sp>
        <p:grpSp>
          <p:nvGrpSpPr>
            <p:cNvPr id="87066" name="그룹 60">
              <a:extLst>
                <a:ext uri="{FF2B5EF4-FFF2-40B4-BE49-F238E27FC236}">
                  <a16:creationId xmlns:a16="http://schemas.microsoft.com/office/drawing/2014/main" id="{1FCA6B0C-E738-4933-9569-256E4B2B97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8688" y="910276"/>
              <a:ext cx="727415" cy="5073364"/>
              <a:chOff x="1474098" y="910276"/>
              <a:chExt cx="512949" cy="5073364"/>
            </a:xfrm>
          </p:grpSpPr>
          <p:sp>
            <p:nvSpPr>
              <p:cNvPr id="59" name="Rectangle 89">
                <a:extLst>
                  <a:ext uri="{FF2B5EF4-FFF2-40B4-BE49-F238E27FC236}">
                    <a16:creationId xmlns:a16="http://schemas.microsoft.com/office/drawing/2014/main" id="{476310A2-E2BF-4F4B-819F-12B7235535FB}"/>
                  </a:ext>
                </a:extLst>
              </p:cNvPr>
              <p:cNvSpPr/>
              <p:nvPr/>
            </p:nvSpPr>
            <p:spPr bwMode="auto">
              <a:xfrm>
                <a:off x="1474441" y="910633"/>
                <a:ext cx="512203" cy="144599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57" name="Rectangle 86">
                <a:extLst>
                  <a:ext uri="{FF2B5EF4-FFF2-40B4-BE49-F238E27FC236}">
                    <a16:creationId xmlns:a16="http://schemas.microsoft.com/office/drawing/2014/main" id="{0532C5EF-C496-47C2-91CA-36BFD61F0612}"/>
                  </a:ext>
                </a:extLst>
              </p:cNvPr>
              <p:cNvSpPr/>
              <p:nvPr/>
            </p:nvSpPr>
            <p:spPr bwMode="auto">
              <a:xfrm>
                <a:off x="1474441" y="1613682"/>
                <a:ext cx="512203" cy="14459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55" name="Rectangle 83">
                <a:extLst>
                  <a:ext uri="{FF2B5EF4-FFF2-40B4-BE49-F238E27FC236}">
                    <a16:creationId xmlns:a16="http://schemas.microsoft.com/office/drawing/2014/main" id="{7E6564DE-45D9-4613-A9D0-19F7A34DE42A}"/>
                  </a:ext>
                </a:extLst>
              </p:cNvPr>
              <p:cNvSpPr/>
              <p:nvPr/>
            </p:nvSpPr>
            <p:spPr bwMode="auto">
              <a:xfrm>
                <a:off x="1474441" y="5133912"/>
                <a:ext cx="512203" cy="14459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53" name="Rectangle 80">
                <a:extLst>
                  <a:ext uri="{FF2B5EF4-FFF2-40B4-BE49-F238E27FC236}">
                    <a16:creationId xmlns:a16="http://schemas.microsoft.com/office/drawing/2014/main" id="{23BE0713-DA67-47A9-9F0C-8DF8ABA9AB66}"/>
                  </a:ext>
                </a:extLst>
              </p:cNvPr>
              <p:cNvSpPr/>
              <p:nvPr/>
            </p:nvSpPr>
            <p:spPr bwMode="auto">
              <a:xfrm>
                <a:off x="1474441" y="5838623"/>
                <a:ext cx="512203" cy="14459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51" name="Rectangle 93">
                <a:extLst>
                  <a:ext uri="{FF2B5EF4-FFF2-40B4-BE49-F238E27FC236}">
                    <a16:creationId xmlns:a16="http://schemas.microsoft.com/office/drawing/2014/main" id="{1F91728F-6588-4A7F-A5A8-F944DF62C3A0}"/>
                  </a:ext>
                </a:extLst>
              </p:cNvPr>
              <p:cNvSpPr/>
              <p:nvPr/>
            </p:nvSpPr>
            <p:spPr bwMode="auto">
              <a:xfrm>
                <a:off x="1474441" y="3726152"/>
                <a:ext cx="512203" cy="144599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49" name="Rectangle 96">
                <a:extLst>
                  <a:ext uri="{FF2B5EF4-FFF2-40B4-BE49-F238E27FC236}">
                    <a16:creationId xmlns:a16="http://schemas.microsoft.com/office/drawing/2014/main" id="{5F671E05-4EC1-4A89-86EF-06341A7C9B33}"/>
                  </a:ext>
                </a:extLst>
              </p:cNvPr>
              <p:cNvSpPr/>
              <p:nvPr/>
            </p:nvSpPr>
            <p:spPr bwMode="auto">
              <a:xfrm>
                <a:off x="1474441" y="4430863"/>
                <a:ext cx="512203" cy="142937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47" name="Rectangle 99">
                <a:extLst>
                  <a:ext uri="{FF2B5EF4-FFF2-40B4-BE49-F238E27FC236}">
                    <a16:creationId xmlns:a16="http://schemas.microsoft.com/office/drawing/2014/main" id="{3E1B69AF-2449-420E-9128-70F7C59B7EEA}"/>
                  </a:ext>
                </a:extLst>
              </p:cNvPr>
              <p:cNvSpPr/>
              <p:nvPr/>
            </p:nvSpPr>
            <p:spPr bwMode="auto">
              <a:xfrm>
                <a:off x="1474441" y="2318393"/>
                <a:ext cx="512203" cy="14459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  <p:sp>
            <p:nvSpPr>
              <p:cNvPr id="45" name="Rectangle 102">
                <a:extLst>
                  <a:ext uri="{FF2B5EF4-FFF2-40B4-BE49-F238E27FC236}">
                    <a16:creationId xmlns:a16="http://schemas.microsoft.com/office/drawing/2014/main" id="{B78D8633-D746-4474-B0CE-5A9405B83478}"/>
                  </a:ext>
                </a:extLst>
              </p:cNvPr>
              <p:cNvSpPr/>
              <p:nvPr/>
            </p:nvSpPr>
            <p:spPr bwMode="auto">
              <a:xfrm>
                <a:off x="1474441" y="3021441"/>
                <a:ext cx="512203" cy="144599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60000" scaled="0"/>
              </a:gra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마켓 산스 Medium" panose="02000000000000000000" pitchFamily="50" charset="-127"/>
                  <a:ea typeface="MS PGothic" pitchFamily="34" charset="-128"/>
                  <a:cs typeface="+mn-cs"/>
                </a:endParaRPr>
              </a:p>
            </p:txBody>
          </p:sp>
        </p:grpSp>
      </p:grpSp>
      <p:sp>
        <p:nvSpPr>
          <p:cNvPr id="87052" name="TextBox 7">
            <a:extLst>
              <a:ext uri="{FF2B5EF4-FFF2-40B4-BE49-F238E27FC236}">
                <a16:creationId xmlns:a16="http://schemas.microsoft.com/office/drawing/2014/main" id="{9ACEAA88-9A5C-4E19-AE83-8EA614C8D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743" y="1148360"/>
            <a:ext cx="4254691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Every person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born into world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represents something new,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something that never existed before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It is the duty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of every person…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to know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that there has never been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anyone like her/him in the world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for if there had been,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there would be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no need to be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Every single person is a new thing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in the world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- Martin Buber</a:t>
            </a:r>
          </a:p>
        </p:txBody>
      </p:sp>
      <p:sp>
        <p:nvSpPr>
          <p:cNvPr id="87053" name="TextBox 8">
            <a:extLst>
              <a:ext uri="{FF2B5EF4-FFF2-40B4-BE49-F238E27FC236}">
                <a16:creationId xmlns:a16="http://schemas.microsoft.com/office/drawing/2014/main" id="{88275BA1-132A-4541-A24E-2DB9BC9EE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084" y="1148360"/>
            <a:ext cx="3272050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세상에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태어난 모든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사람은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단 한번도 없었던 완전한 새로움이다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세상 어느 곳에도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나와 같은 사람이 없다는 것을 깨닫는 것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이것이 그대의 의무이다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누군가 나와 같다면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우리의 존재는 의미를 잃는다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세상의 모든 사람 하나하나는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새로운 존재다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-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마틴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뷰버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논리합 2">
            <a:extLst>
              <a:ext uri="{FF2B5EF4-FFF2-40B4-BE49-F238E27FC236}">
                <a16:creationId xmlns:a16="http://schemas.microsoft.com/office/drawing/2014/main" id="{23E720C6-CC7B-DCEA-EEAF-C3C5A0CBA096}"/>
              </a:ext>
            </a:extLst>
          </p:cNvPr>
          <p:cNvSpPr/>
          <p:nvPr/>
        </p:nvSpPr>
        <p:spPr bwMode="auto">
          <a:xfrm>
            <a:off x="3765000" y="1098000"/>
            <a:ext cx="4662000" cy="4662000"/>
          </a:xfrm>
          <a:prstGeom prst="flowChartOr">
            <a:avLst/>
          </a:prstGeom>
          <a:solidFill>
            <a:schemeClr val="bg2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4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141F7-AEBD-1A70-3066-099EA8692E21}"/>
              </a:ext>
            </a:extLst>
          </p:cNvPr>
          <p:cNvSpPr txBox="1"/>
          <p:nvPr/>
        </p:nvSpPr>
        <p:spPr>
          <a:xfrm>
            <a:off x="276904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행동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3D191-963F-8B28-CD84-A1578A1C73C3}"/>
              </a:ext>
            </a:extLst>
          </p:cNvPr>
          <p:cNvSpPr txBox="1"/>
          <p:nvPr/>
        </p:nvSpPr>
        <p:spPr>
          <a:xfrm>
            <a:off x="8529763" y="3167390"/>
            <a:ext cx="893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숙고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DB14A-CD58-C4A2-A8F5-4D3BD94FDDE7}"/>
              </a:ext>
            </a:extLst>
          </p:cNvPr>
          <p:cNvSpPr txBox="1"/>
          <p:nvPr/>
        </p:nvSpPr>
        <p:spPr>
          <a:xfrm>
            <a:off x="5649404" y="444649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경험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AA6D3-F16F-1826-8723-CC886BE7B410}"/>
              </a:ext>
            </a:extLst>
          </p:cNvPr>
          <p:cNvSpPr txBox="1"/>
          <p:nvPr/>
        </p:nvSpPr>
        <p:spPr>
          <a:xfrm>
            <a:off x="5472273" y="5878598"/>
            <a:ext cx="124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개념화</a:t>
            </a:r>
          </a:p>
        </p:txBody>
      </p:sp>
      <p:sp>
        <p:nvSpPr>
          <p:cNvPr id="8" name="Circular Arrow 48">
            <a:extLst>
              <a:ext uri="{FF2B5EF4-FFF2-40B4-BE49-F238E27FC236}">
                <a16:creationId xmlns:a16="http://schemas.microsoft.com/office/drawing/2014/main" id="{818567A3-4C94-B54B-981E-4ACA2C905C9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489768" y="3863658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9" name="Circular Arrow 48">
            <a:extLst>
              <a:ext uri="{FF2B5EF4-FFF2-40B4-BE49-F238E27FC236}">
                <a16:creationId xmlns:a16="http://schemas.microsoft.com/office/drawing/2014/main" id="{36104AD9-34F8-FE3B-6C20-DA45F5AC05A6}"/>
              </a:ext>
            </a:extLst>
          </p:cNvPr>
          <p:cNvSpPr>
            <a:spLocks noChangeArrowheads="1"/>
          </p:cNvSpPr>
          <p:nvPr/>
        </p:nvSpPr>
        <p:spPr bwMode="auto">
          <a:xfrm rot="16614134">
            <a:off x="4379278" y="1712278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0" name="Circular Arrow 48">
            <a:extLst>
              <a:ext uri="{FF2B5EF4-FFF2-40B4-BE49-F238E27FC236}">
                <a16:creationId xmlns:a16="http://schemas.microsoft.com/office/drawing/2014/main" id="{C71E1006-353E-EC01-53C2-AAB816699DE3}"/>
              </a:ext>
            </a:extLst>
          </p:cNvPr>
          <p:cNvSpPr>
            <a:spLocks noChangeArrowheads="1"/>
          </p:cNvSpPr>
          <p:nvPr/>
        </p:nvSpPr>
        <p:spPr bwMode="auto">
          <a:xfrm rot="356667">
            <a:off x="6316663" y="1617345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FF3C2D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1" name="Circular Arrow 48">
            <a:extLst>
              <a:ext uri="{FF2B5EF4-FFF2-40B4-BE49-F238E27FC236}">
                <a16:creationId xmlns:a16="http://schemas.microsoft.com/office/drawing/2014/main" id="{CD03BB2F-335D-B0EB-2B55-DA24AF447B02}"/>
              </a:ext>
            </a:extLst>
          </p:cNvPr>
          <p:cNvSpPr>
            <a:spLocks noChangeArrowheads="1"/>
          </p:cNvSpPr>
          <p:nvPr/>
        </p:nvSpPr>
        <p:spPr bwMode="auto">
          <a:xfrm rot="5590147">
            <a:off x="6410960" y="3763963"/>
            <a:ext cx="1416050" cy="1416050"/>
          </a:xfrm>
          <a:custGeom>
            <a:avLst/>
            <a:gdLst>
              <a:gd name="T0" fmla="*/ 601928 w 1104900"/>
              <a:gd name="T1" fmla="*/ 114547 h 1104900"/>
              <a:gd name="T2" fmla="*/ 1066623 w 1104900"/>
              <a:gd name="T3" fmla="*/ 357630 h 1104900"/>
              <a:gd name="T4" fmla="*/ 986873 w 1104900"/>
              <a:gd name="T5" fmla="*/ 478398 h 1104900"/>
              <a:gd name="T6" fmla="*/ 846280 w 1104900"/>
              <a:gd name="T7" fmla="*/ 395189 h 1104900"/>
              <a:gd name="T8" fmla="*/ 0 60000 65536"/>
              <a:gd name="T9" fmla="*/ 0 60000 65536"/>
              <a:gd name="T10" fmla="*/ 0 60000 65536"/>
              <a:gd name="T11" fmla="*/ 0 60000 65536"/>
              <a:gd name="T12" fmla="*/ 229116 w 1104900"/>
              <a:gd name="T13" fmla="*/ 229116 h 1104900"/>
              <a:gd name="T14" fmla="*/ 875784 w 1104900"/>
              <a:gd name="T15" fmla="*/ 875784 h 11049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900" h="1104900">
                <a:moveTo>
                  <a:pt x="603789" y="98078"/>
                </a:moveTo>
                <a:lnTo>
                  <a:pt x="603788" y="98078"/>
                </a:lnTo>
                <a:cubicBezTo>
                  <a:pt x="767597" y="116586"/>
                  <a:pt x="908762" y="221834"/>
                  <a:pt x="973261" y="373544"/>
                </a:cubicBezTo>
                <a:lnTo>
                  <a:pt x="1066623" y="357630"/>
                </a:lnTo>
                <a:lnTo>
                  <a:pt x="986873" y="478398"/>
                </a:lnTo>
                <a:lnTo>
                  <a:pt x="846280" y="395189"/>
                </a:lnTo>
                <a:lnTo>
                  <a:pt x="939602" y="379282"/>
                </a:lnTo>
                <a:lnTo>
                  <a:pt x="939601" y="379282"/>
                </a:lnTo>
                <a:cubicBezTo>
                  <a:pt x="878322" y="242280"/>
                  <a:pt x="749200" y="147866"/>
                  <a:pt x="600067" y="131015"/>
                </a:cubicBezTo>
                <a:lnTo>
                  <a:pt x="603789" y="98078"/>
                </a:lnTo>
                <a:close/>
              </a:path>
            </a:pathLst>
          </a:cu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12" name="그룹 36">
            <a:extLst>
              <a:ext uri="{FF2B5EF4-FFF2-40B4-BE49-F238E27FC236}">
                <a16:creationId xmlns:a16="http://schemas.microsoft.com/office/drawing/2014/main" id="{5D95CAB6-EE79-4093-DF13-0D0A11C73CB0}"/>
              </a:ext>
            </a:extLst>
          </p:cNvPr>
          <p:cNvGrpSpPr>
            <a:grpSpLocks/>
          </p:cNvGrpSpPr>
          <p:nvPr/>
        </p:nvGrpSpPr>
        <p:grpSpPr bwMode="auto">
          <a:xfrm>
            <a:off x="4476000" y="1809000"/>
            <a:ext cx="3240000" cy="3240000"/>
            <a:chOff x="-2916832" y="836712"/>
            <a:chExt cx="5184576" cy="5184576"/>
          </a:xfrm>
        </p:grpSpPr>
        <p:sp>
          <p:nvSpPr>
            <p:cNvPr id="13" name="원형 32">
              <a:extLst>
                <a:ext uri="{FF2B5EF4-FFF2-40B4-BE49-F238E27FC236}">
                  <a16:creationId xmlns:a16="http://schemas.microsoft.com/office/drawing/2014/main" id="{D6AABA70-76F3-613F-F8D2-28E3FAD4F45D}"/>
                </a:ext>
              </a:extLst>
            </p:cNvPr>
            <p:cNvSpPr/>
            <p:nvPr/>
          </p:nvSpPr>
          <p:spPr>
            <a:xfrm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FFC00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4" name="원형 33">
              <a:extLst>
                <a:ext uri="{FF2B5EF4-FFF2-40B4-BE49-F238E27FC236}">
                  <a16:creationId xmlns:a16="http://schemas.microsoft.com/office/drawing/2014/main" id="{70515E03-08A0-A192-FA3A-B35553DE61FF}"/>
                </a:ext>
              </a:extLst>
            </p:cNvPr>
            <p:cNvSpPr/>
            <p:nvPr/>
          </p:nvSpPr>
          <p:spPr>
            <a:xfrm rot="54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FF3C2D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5" name="원형 34">
              <a:extLst>
                <a:ext uri="{FF2B5EF4-FFF2-40B4-BE49-F238E27FC236}">
                  <a16:creationId xmlns:a16="http://schemas.microsoft.com/office/drawing/2014/main" id="{A82C9920-C115-A9DA-C4BF-BC8F3D0E1F42}"/>
                </a:ext>
              </a:extLst>
            </p:cNvPr>
            <p:cNvSpPr/>
            <p:nvPr/>
          </p:nvSpPr>
          <p:spPr>
            <a:xfrm rot="108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0070C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6" name="원형 35">
              <a:extLst>
                <a:ext uri="{FF2B5EF4-FFF2-40B4-BE49-F238E27FC236}">
                  <a16:creationId xmlns:a16="http://schemas.microsoft.com/office/drawing/2014/main" id="{0BCEDE5C-75C3-EE96-8437-29A6906781E6}"/>
                </a:ext>
              </a:extLst>
            </p:cNvPr>
            <p:cNvSpPr/>
            <p:nvPr/>
          </p:nvSpPr>
          <p:spPr>
            <a:xfrm rot="16200000">
              <a:off x="-2916832" y="836712"/>
              <a:ext cx="5184576" cy="5184576"/>
            </a:xfrm>
            <a:prstGeom prst="pie">
              <a:avLst>
                <a:gd name="adj1" fmla="val 10810976"/>
                <a:gd name="adj2" fmla="val 16200000"/>
              </a:avLst>
            </a:prstGeom>
            <a:solidFill>
              <a:srgbClr val="00B050"/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13F0815-777E-169B-3750-7559E42AEE3F}"/>
              </a:ext>
            </a:extLst>
          </p:cNvPr>
          <p:cNvSpPr txBox="1"/>
          <p:nvPr/>
        </p:nvSpPr>
        <p:spPr>
          <a:xfrm>
            <a:off x="6187580" y="2607559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WHY?</a:t>
            </a:r>
            <a:endParaRPr lang="ko-KR" altLang="en-US" sz="24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36E347-C24E-0522-A16E-14F20643C6FF}"/>
              </a:ext>
            </a:extLst>
          </p:cNvPr>
          <p:cNvSpPr txBox="1"/>
          <p:nvPr/>
        </p:nvSpPr>
        <p:spPr>
          <a:xfrm>
            <a:off x="5092471" y="2607559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IF?</a:t>
            </a:r>
            <a:endParaRPr lang="ko-KR" altLang="en-US" sz="24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25932D-4D24-ACDD-D7BB-86654A81B5B0}"/>
              </a:ext>
            </a:extLst>
          </p:cNvPr>
          <p:cNvSpPr txBox="1"/>
          <p:nvPr/>
        </p:nvSpPr>
        <p:spPr>
          <a:xfrm>
            <a:off x="6068959" y="3833350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WHAT?</a:t>
            </a:r>
            <a:endParaRPr lang="ko-KR" altLang="en-US" sz="24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74BEA1-9A46-8D26-44FF-6EFE6647E963}"/>
              </a:ext>
            </a:extLst>
          </p:cNvPr>
          <p:cNvSpPr txBox="1"/>
          <p:nvPr/>
        </p:nvSpPr>
        <p:spPr>
          <a:xfrm>
            <a:off x="4787097" y="3833350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HOW?</a:t>
            </a:r>
            <a:endParaRPr lang="ko-KR" altLang="en-US" sz="24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03523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EF753374-D9EB-8543-856E-22D8F6834B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6" y="1992722"/>
            <a:ext cx="3069360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1" y="3232656"/>
            <a:ext cx="3687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기획 취지</a:t>
            </a:r>
            <a:r>
              <a:rPr lang="en-US" altLang="ko-KR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,</a:t>
            </a:r>
            <a:r>
              <a:rPr lang="ko-KR" altLang="en-US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 배경</a:t>
            </a:r>
            <a:r>
              <a:rPr lang="en-US" altLang="ko-KR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,</a:t>
            </a:r>
            <a:r>
              <a:rPr lang="ko-KR" altLang="en-US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 목적</a:t>
            </a:r>
            <a:endParaRPr lang="en-KR" sz="3200" dirty="0">
              <a:solidFill>
                <a:schemeClr val="tx2"/>
              </a:solidFill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ECAA31-ABF2-E93A-DC20-B61E27287666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4959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EF753374-D9EB-8543-856E-22D8F6834B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6" y="1992722"/>
            <a:ext cx="3069360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92588" y="2269754"/>
            <a:ext cx="575510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이 일을 왜 </a:t>
            </a:r>
            <a:r>
              <a:rPr lang="ko-KR" altLang="en-US" sz="2800" b="1" dirty="0" err="1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해야하는</a:t>
            </a:r>
            <a:r>
              <a:rPr lang="ko-KR" altLang="en-US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 걸까요</a:t>
            </a:r>
            <a:r>
              <a:rPr lang="en-US" altLang="ko-KR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?</a:t>
            </a:r>
          </a:p>
          <a:p>
            <a:endParaRPr lang="en-US" altLang="ko-KR" sz="2800" b="1" dirty="0">
              <a:solidFill>
                <a:srgbClr val="002060"/>
              </a:solidFill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고객에게 이건 어떤 의미가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 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있나요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왜 내가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(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우리가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)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 이 일을 </a:t>
            </a:r>
            <a:r>
              <a:rPr lang="ko-KR" altLang="en-US" sz="2400" dirty="0" err="1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해야할까요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그렇게 된 진짜 원인은 </a:t>
            </a:r>
            <a:r>
              <a:rPr lang="ko-KR" altLang="en-US" sz="2400" dirty="0" err="1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뭘까요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이게 우리에게 왜 중요할까요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WHO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에게 어떻게 </a:t>
            </a:r>
            <a:r>
              <a:rPr lang="ko-KR" altLang="en-US" sz="2400" dirty="0" err="1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공감시킬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 수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  <a:endParaRPr lang="en-KR" sz="2400" dirty="0">
              <a:latin typeface="뫼비우스 Regular" panose="02000700060000000000" pitchFamily="2" charset="-127"/>
              <a:ea typeface="뫼비우스 Regular" panose="0200070006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941C7-DD52-2CB8-8E3D-F37138ED2789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59269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7AA42C73-8C05-1F40-9A70-DC4FA681C28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7" y="1992720"/>
            <a:ext cx="3109565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1" y="3226718"/>
            <a:ext cx="2728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B2A4B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기획 내용</a:t>
            </a:r>
            <a:r>
              <a:rPr lang="en-US" altLang="ko-KR" sz="3200" dirty="0">
                <a:solidFill>
                  <a:srgbClr val="0B2A4B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,</a:t>
            </a:r>
            <a:r>
              <a:rPr lang="ko-KR" altLang="en-US" sz="3200" dirty="0">
                <a:solidFill>
                  <a:srgbClr val="0B2A4B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 계획</a:t>
            </a:r>
            <a:endParaRPr lang="en-KR" sz="3200" dirty="0"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7F5FDF-C784-1550-0B0A-DE90B6BC6215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16248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7AA42C73-8C05-1F40-9A70-DC4FA681C28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7" y="1992720"/>
            <a:ext cx="3109565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4967478" y="2397949"/>
            <a:ext cx="4996881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무엇을 하면 될까</a:t>
            </a:r>
            <a:r>
              <a:rPr lang="en-US" altLang="ko-KR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?</a:t>
            </a:r>
          </a:p>
          <a:p>
            <a:endParaRPr lang="en-US" altLang="ko-KR" sz="2800" b="1" dirty="0">
              <a:solidFill>
                <a:srgbClr val="002060"/>
              </a:solidFill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구체적으로 무엇을 해야 할까요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전체 계획을 어떻게 하면 좋을까요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추진에 필요한 정보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,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자료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어떤 전문가에게 물어볼까요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902AE1-41E5-AD8B-3CB9-9B1EA2FFC0EF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656233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8AD06E2F-9402-1342-9797-371C483B81C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6231" y="1968098"/>
            <a:ext cx="3069360" cy="3102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0" y="3226718"/>
            <a:ext cx="4314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실행방안</a:t>
            </a:r>
            <a:r>
              <a:rPr lang="en-US" altLang="ko-KR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,</a:t>
            </a:r>
            <a:r>
              <a:rPr lang="ko-KR" altLang="en-US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 자원배분</a:t>
            </a:r>
            <a:r>
              <a:rPr lang="en-US" altLang="ko-KR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,</a:t>
            </a:r>
            <a:r>
              <a:rPr lang="ko-KR" altLang="en-US" sz="3200" dirty="0">
                <a:solidFill>
                  <a:schemeClr val="tx2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 운영</a:t>
            </a:r>
            <a:endParaRPr lang="en-KR" sz="3200" dirty="0">
              <a:solidFill>
                <a:schemeClr val="tx2"/>
              </a:solidFill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8595B2-9D8B-5BF4-84AB-10AC5288E923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86645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8AD06E2F-9402-1342-9797-371C483B81C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6231" y="1968098"/>
            <a:ext cx="3069360" cy="3102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286529" y="2241831"/>
            <a:ext cx="6187912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어떻게 실행하면 될까</a:t>
            </a:r>
            <a:r>
              <a:rPr lang="en-US" altLang="ko-KR" sz="2800" b="1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?</a:t>
            </a:r>
          </a:p>
          <a:p>
            <a:endParaRPr lang="en-US" altLang="ko-KR" sz="2800" b="1" dirty="0">
              <a:solidFill>
                <a:srgbClr val="002060"/>
              </a:solidFill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활용 가능한 인력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,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자원은 얼마나 필요할까요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어떻게 인력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, </a:t>
            </a: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자원을 조달할 수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사업 추진 시간대별 세부사항은 어떨까요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사업 결과를 어떻게 평가할 수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예상되는 어려움은 무엇이고 어떻게</a:t>
            </a:r>
            <a:b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</a:b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극복할 수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  <a:endParaRPr lang="en-US" altLang="ko-KR" sz="2800" dirty="0">
              <a:latin typeface="뫼비우스 Regular" panose="02000700060000000000" pitchFamily="2" charset="-127"/>
              <a:ea typeface="뫼비우스 Regular" panose="0200070006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6AC4E-59CF-555F-945E-78A9F9AEF848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80259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5CD9B59D-024E-7441-8D61-F94C431D81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374" y="1915222"/>
            <a:ext cx="3170622" cy="30710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1" y="3226718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기대효과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개선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가능성</a:t>
            </a:r>
            <a:endParaRPr lang="en-KR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0591AB-A5C1-B52D-F773-7B17EF5273D0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93642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5CD9B59D-024E-7441-8D61-F94C431D81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374" y="1915222"/>
            <a:ext cx="3170622" cy="30710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260778" y="2173459"/>
            <a:ext cx="6827510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예상되는 결과는</a:t>
            </a:r>
            <a:r>
              <a:rPr lang="en-US" altLang="ko-KR" sz="2800" dirty="0">
                <a:solidFill>
                  <a:srgbClr val="00206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rPr>
              <a:t>?</a:t>
            </a:r>
          </a:p>
          <a:p>
            <a:endParaRPr lang="en-US" altLang="ko-KR" sz="2800" b="1" dirty="0"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예상되는 결과는 무엇이 있나요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나와 조직에는 어떤 긍정적 변화가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이해 관계자에게는 어떤 의미가 있나요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발생할 수 있는 새로운 가능성은 무엇이 있을까요</a:t>
            </a:r>
            <a:r>
              <a:rPr lang="en-US" altLang="ko-KR" sz="2400" dirty="0"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975E52-47C2-D68A-7BDE-726BD27B6E41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42980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0724BA-1883-BC47-B723-ED50C3C4D5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11234" y="1457315"/>
            <a:ext cx="4228525" cy="420779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0041AD-836B-B947-A170-BBD3911993C9}"/>
              </a:ext>
            </a:extLst>
          </p:cNvPr>
          <p:cNvSpPr/>
          <p:nvPr/>
        </p:nvSpPr>
        <p:spPr>
          <a:xfrm>
            <a:off x="8319021" y="3332946"/>
            <a:ext cx="14510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Reflecting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숙고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B1E4F-4A1B-994C-A469-4DFB588A9EB8}"/>
              </a:ext>
            </a:extLst>
          </p:cNvPr>
          <p:cNvSpPr/>
          <p:nvPr/>
        </p:nvSpPr>
        <p:spPr>
          <a:xfrm>
            <a:off x="2364496" y="3288470"/>
            <a:ext cx="1432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Acting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행동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11" name="원형 33">
            <a:extLst>
              <a:ext uri="{FF2B5EF4-FFF2-40B4-BE49-F238E27FC236}">
                <a16:creationId xmlns:a16="http://schemas.microsoft.com/office/drawing/2014/main" id="{314CA93E-3432-4EAB-8D62-82622FDCB27D}"/>
              </a:ext>
            </a:extLst>
          </p:cNvPr>
          <p:cNvSpPr/>
          <p:nvPr/>
        </p:nvSpPr>
        <p:spPr bwMode="auto">
          <a:xfrm rot="5400000">
            <a:off x="4310810" y="1733420"/>
            <a:ext cx="3622532" cy="3645837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3C2D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3C0C20B3-3527-44A0-9B02-DB89791DF9E6}"/>
              </a:ext>
            </a:extLst>
          </p:cNvPr>
          <p:cNvSpPr/>
          <p:nvPr/>
        </p:nvSpPr>
        <p:spPr>
          <a:xfrm>
            <a:off x="6126015" y="2427880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왜 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13" name="원형 34">
            <a:extLst>
              <a:ext uri="{FF2B5EF4-FFF2-40B4-BE49-F238E27FC236}">
                <a16:creationId xmlns:a16="http://schemas.microsoft.com/office/drawing/2014/main" id="{349B031C-41DF-46D3-997C-3DF7A0BA3AF5}"/>
              </a:ext>
            </a:extLst>
          </p:cNvPr>
          <p:cNvSpPr/>
          <p:nvPr/>
        </p:nvSpPr>
        <p:spPr bwMode="auto">
          <a:xfrm rot="10800000">
            <a:off x="4299157" y="1745072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70C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5" name="원형 35">
            <a:extLst>
              <a:ext uri="{FF2B5EF4-FFF2-40B4-BE49-F238E27FC236}">
                <a16:creationId xmlns:a16="http://schemas.microsoft.com/office/drawing/2014/main" id="{0750D584-05BD-4ADC-A630-3210D4912AFA}"/>
              </a:ext>
            </a:extLst>
          </p:cNvPr>
          <p:cNvSpPr/>
          <p:nvPr/>
        </p:nvSpPr>
        <p:spPr bwMode="auto">
          <a:xfrm rot="16200000">
            <a:off x="4260012" y="1746117"/>
            <a:ext cx="3622529" cy="3645838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B05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8" name="원형 32">
            <a:extLst>
              <a:ext uri="{FF2B5EF4-FFF2-40B4-BE49-F238E27FC236}">
                <a16:creationId xmlns:a16="http://schemas.microsoft.com/office/drawing/2014/main" id="{34E7B4A6-FE11-4697-B9B9-FACFBA5A5E4B}"/>
              </a:ext>
            </a:extLst>
          </p:cNvPr>
          <p:cNvSpPr/>
          <p:nvPr/>
        </p:nvSpPr>
        <p:spPr bwMode="auto">
          <a:xfrm>
            <a:off x="4248358" y="1745072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C0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863C9BD9-CC92-4375-9E85-200743E5697D}"/>
              </a:ext>
            </a:extLst>
          </p:cNvPr>
          <p:cNvSpPr/>
          <p:nvPr/>
        </p:nvSpPr>
        <p:spPr>
          <a:xfrm>
            <a:off x="5548414" y="905307"/>
            <a:ext cx="10951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Feeling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느낌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3F0970B4-B90C-4607-8949-D713F2C961E0}"/>
              </a:ext>
            </a:extLst>
          </p:cNvPr>
          <p:cNvSpPr/>
          <p:nvPr/>
        </p:nvSpPr>
        <p:spPr>
          <a:xfrm>
            <a:off x="5467464" y="5817171"/>
            <a:ext cx="12570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Thinking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생각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id="{6C9215B5-E7C2-4287-9113-5C518CA9334B}"/>
              </a:ext>
            </a:extLst>
          </p:cNvPr>
          <p:cNvSpPr/>
          <p:nvPr/>
        </p:nvSpPr>
        <p:spPr>
          <a:xfrm>
            <a:off x="6126015" y="3829663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뭘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2D88FB59-662B-4EFA-B0EE-70AA16A87DEC}"/>
              </a:ext>
            </a:extLst>
          </p:cNvPr>
          <p:cNvSpPr/>
          <p:nvPr/>
        </p:nvSpPr>
        <p:spPr>
          <a:xfrm>
            <a:off x="4479516" y="3829663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 </a:t>
            </a: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4B29A77F-2A32-4AEE-A996-6091C1F8BF33}"/>
              </a:ext>
            </a:extLst>
          </p:cNvPr>
          <p:cNvSpPr/>
          <p:nvPr/>
        </p:nvSpPr>
        <p:spPr>
          <a:xfrm>
            <a:off x="4479516" y="2427880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하고 나면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 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B345E8-028F-4C5E-B23F-3287EBC41C30}"/>
              </a:ext>
            </a:extLst>
          </p:cNvPr>
          <p:cNvSpPr txBox="1"/>
          <p:nvPr/>
        </p:nvSpPr>
        <p:spPr>
          <a:xfrm>
            <a:off x="7694927" y="1447564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기획취지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 algn="ctr"/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제안배경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 algn="ctr"/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보고목적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3D0FB5-0C77-42E3-ACBA-D3327ED78423}"/>
              </a:ext>
            </a:extLst>
          </p:cNvPr>
          <p:cNvSpPr txBox="1"/>
          <p:nvPr/>
        </p:nvSpPr>
        <p:spPr>
          <a:xfrm>
            <a:off x="7694927" y="4586677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기획내용</a:t>
            </a:r>
            <a:endParaRPr lang="en-KR" altLang="ko-KR" kern="0" dirty="0">
              <a:solidFill>
                <a:sysClr val="windowText" lastClr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제안계획</a:t>
            </a:r>
            <a:endParaRPr lang="en-KR" altLang="ko-KR" kern="0" dirty="0">
              <a:solidFill>
                <a:sysClr val="windowText" lastClr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보고목표</a:t>
            </a:r>
            <a:endParaRPr lang="en-KR" altLang="ko-KR" kern="0" dirty="0">
              <a:solidFill>
                <a:sysClr val="windowText" lastClr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3D891-F0FE-43C0-A8C3-0E0D7CC70BF1}"/>
              </a:ext>
            </a:extLst>
          </p:cNvPr>
          <p:cNvSpPr txBox="1"/>
          <p:nvPr/>
        </p:nvSpPr>
        <p:spPr>
          <a:xfrm>
            <a:off x="3101400" y="1516362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기대효과</a:t>
            </a:r>
          </a:p>
          <a:p>
            <a:pPr lvl="0"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개선방향</a:t>
            </a:r>
          </a:p>
          <a:p>
            <a:pPr lvl="0"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신규사업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3FA35E-503D-41BB-B8E1-C84E55DEDF09}"/>
              </a:ext>
            </a:extLst>
          </p:cNvPr>
          <p:cNvSpPr txBox="1"/>
          <p:nvPr/>
        </p:nvSpPr>
        <p:spPr>
          <a:xfrm>
            <a:off x="3101400" y="4655475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실행방안</a:t>
            </a: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조직운영</a:t>
            </a: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자원배분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AE98F-E99B-A657-D7D0-71CA43BF1A7F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017986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0724BA-1883-BC47-B723-ED50C3C4D5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7652" y="1701621"/>
            <a:ext cx="4228525" cy="4207797"/>
          </a:xfrm>
          <a:prstGeom prst="rect">
            <a:avLst/>
          </a:prstGeom>
        </p:spPr>
      </p:pic>
      <p:sp>
        <p:nvSpPr>
          <p:cNvPr id="11" name="원형 33">
            <a:extLst>
              <a:ext uri="{FF2B5EF4-FFF2-40B4-BE49-F238E27FC236}">
                <a16:creationId xmlns:a16="http://schemas.microsoft.com/office/drawing/2014/main" id="{314CA93E-3432-4EAB-8D62-82622FDCB27D}"/>
              </a:ext>
            </a:extLst>
          </p:cNvPr>
          <p:cNvSpPr/>
          <p:nvPr/>
        </p:nvSpPr>
        <p:spPr bwMode="auto">
          <a:xfrm rot="5400000">
            <a:off x="6977228" y="1977726"/>
            <a:ext cx="3622532" cy="3645837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3C2D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3C0C20B3-3527-44A0-9B02-DB89791DF9E6}"/>
              </a:ext>
            </a:extLst>
          </p:cNvPr>
          <p:cNvSpPr/>
          <p:nvPr/>
        </p:nvSpPr>
        <p:spPr>
          <a:xfrm>
            <a:off x="8792433" y="2672186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왜 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13" name="원형 34">
            <a:extLst>
              <a:ext uri="{FF2B5EF4-FFF2-40B4-BE49-F238E27FC236}">
                <a16:creationId xmlns:a16="http://schemas.microsoft.com/office/drawing/2014/main" id="{349B031C-41DF-46D3-997C-3DF7A0BA3AF5}"/>
              </a:ext>
            </a:extLst>
          </p:cNvPr>
          <p:cNvSpPr/>
          <p:nvPr/>
        </p:nvSpPr>
        <p:spPr bwMode="auto">
          <a:xfrm rot="10800000">
            <a:off x="6965575" y="1989378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70C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5" name="원형 35">
            <a:extLst>
              <a:ext uri="{FF2B5EF4-FFF2-40B4-BE49-F238E27FC236}">
                <a16:creationId xmlns:a16="http://schemas.microsoft.com/office/drawing/2014/main" id="{0750D584-05BD-4ADC-A630-3210D4912AFA}"/>
              </a:ext>
            </a:extLst>
          </p:cNvPr>
          <p:cNvSpPr/>
          <p:nvPr/>
        </p:nvSpPr>
        <p:spPr bwMode="auto">
          <a:xfrm rot="16200000">
            <a:off x="6926430" y="1990423"/>
            <a:ext cx="3622529" cy="3645838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B05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8" name="원형 32">
            <a:extLst>
              <a:ext uri="{FF2B5EF4-FFF2-40B4-BE49-F238E27FC236}">
                <a16:creationId xmlns:a16="http://schemas.microsoft.com/office/drawing/2014/main" id="{34E7B4A6-FE11-4697-B9B9-FACFBA5A5E4B}"/>
              </a:ext>
            </a:extLst>
          </p:cNvPr>
          <p:cNvSpPr/>
          <p:nvPr/>
        </p:nvSpPr>
        <p:spPr bwMode="auto">
          <a:xfrm>
            <a:off x="6914776" y="1989378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C0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id="{6C9215B5-E7C2-4287-9113-5C518CA9334B}"/>
              </a:ext>
            </a:extLst>
          </p:cNvPr>
          <p:cNvSpPr/>
          <p:nvPr/>
        </p:nvSpPr>
        <p:spPr>
          <a:xfrm>
            <a:off x="8792433" y="4073969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뭘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2D88FB59-662B-4EFA-B0EE-70AA16A87DEC}"/>
              </a:ext>
            </a:extLst>
          </p:cNvPr>
          <p:cNvSpPr/>
          <p:nvPr/>
        </p:nvSpPr>
        <p:spPr>
          <a:xfrm>
            <a:off x="7145934" y="4073969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 </a:t>
            </a: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4B29A77F-2A32-4AEE-A996-6091C1F8BF33}"/>
              </a:ext>
            </a:extLst>
          </p:cNvPr>
          <p:cNvSpPr/>
          <p:nvPr/>
        </p:nvSpPr>
        <p:spPr>
          <a:xfrm>
            <a:off x="7145934" y="2672186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하고 나면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 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7D43B-FAB2-C356-194D-0ACE50020167}"/>
              </a:ext>
            </a:extLst>
          </p:cNvPr>
          <p:cNvSpPr txBox="1"/>
          <p:nvPr/>
        </p:nvSpPr>
        <p:spPr>
          <a:xfrm>
            <a:off x="587936" y="465436"/>
            <a:ext cx="416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두뇌 사고 기반 기획 </a:t>
            </a:r>
            <a:r>
              <a:rPr lang="en-US" altLang="ko-KR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CYCLE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93072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EF37B9-0563-325F-C24D-C829F06D29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10" name="그림 9" descr="나무, 실외, 포유류, 동물이(가) 표시된 사진&#10;&#10;자동 생성된 설명">
            <a:extLst>
              <a:ext uri="{FF2B5EF4-FFF2-40B4-BE49-F238E27FC236}">
                <a16:creationId xmlns:a16="http://schemas.microsoft.com/office/drawing/2014/main" id="{63DE402F-65CC-4EE9-9BDB-C8D8B05E0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21" y="509929"/>
            <a:ext cx="8988357" cy="590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450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mirror&#10;&#10;Description automatically generated">
            <a:extLst>
              <a:ext uri="{FF2B5EF4-FFF2-40B4-BE49-F238E27FC236}">
                <a16:creationId xmlns:a16="http://schemas.microsoft.com/office/drawing/2014/main" id="{0003BDC4-77B8-704D-AF97-CCE89CB74F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0509" y="1768448"/>
            <a:ext cx="2830983" cy="3321102"/>
          </a:xfrm>
          <a:prstGeom prst="rect">
            <a:avLst/>
          </a:prstGeom>
        </p:spPr>
      </p:pic>
      <p:pic>
        <p:nvPicPr>
          <p:cNvPr id="5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7F956E01-DE09-4614-AB33-FF19A82DC3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1017" y="2503520"/>
            <a:ext cx="882736" cy="8827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197206-0824-43C8-9EA6-6D816B3E221F}"/>
              </a:ext>
            </a:extLst>
          </p:cNvPr>
          <p:cNvSpPr txBox="1"/>
          <p:nvPr/>
        </p:nvSpPr>
        <p:spPr>
          <a:xfrm>
            <a:off x="3258387" y="353763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이성적인</a:t>
            </a:r>
            <a:endParaRPr lang="en-US" altLang="ko-KR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ctr"/>
            <a:r>
              <a: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좌뇌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0C1AA0C4-FD89-2240-BBD4-46A389EB9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247" y="2503521"/>
            <a:ext cx="882737" cy="882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0067DA-7A03-2C44-BF3E-2B070805C680}"/>
              </a:ext>
            </a:extLst>
          </p:cNvPr>
          <p:cNvSpPr txBox="1"/>
          <p:nvPr/>
        </p:nvSpPr>
        <p:spPr>
          <a:xfrm>
            <a:off x="8066068" y="3537635"/>
            <a:ext cx="627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감성</a:t>
            </a:r>
            <a:endParaRPr lang="en-US" altLang="ko-KR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algn="ctr"/>
            <a:r>
              <a: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우뇌</a:t>
            </a:r>
          </a:p>
        </p:txBody>
      </p:sp>
    </p:spTree>
    <p:extLst>
      <p:ext uri="{BB962C8B-B14F-4D97-AF65-F5344CB8AC3E}">
        <p14:creationId xmlns:p14="http://schemas.microsoft.com/office/powerpoint/2010/main" val="2331044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CE3A2E3-3BF2-4AB5-926E-82AEA83054AA}"/>
              </a:ext>
            </a:extLst>
          </p:cNvPr>
          <p:cNvGrpSpPr/>
          <p:nvPr/>
        </p:nvGrpSpPr>
        <p:grpSpPr>
          <a:xfrm>
            <a:off x="6153798" y="1758498"/>
            <a:ext cx="2444647" cy="3141231"/>
            <a:chOff x="5010797" y="1758497"/>
            <a:chExt cx="2444647" cy="3141231"/>
          </a:xfrm>
        </p:grpSpPr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110E0963-1E2B-4046-9FBC-3BA4FAE7DB3A}"/>
                </a:ext>
              </a:extLst>
            </p:cNvPr>
            <p:cNvSpPr/>
            <p:nvPr/>
          </p:nvSpPr>
          <p:spPr>
            <a:xfrm>
              <a:off x="5010797" y="1758497"/>
              <a:ext cx="2444647" cy="3141231"/>
            </a:xfrm>
            <a:prstGeom prst="roundRect">
              <a:avLst>
                <a:gd name="adj" fmla="val 9394"/>
              </a:avLst>
            </a:prstGeom>
            <a:solidFill>
              <a:srgbClr val="E8AE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G마켓 산스 Medium" panose="02000000000000000000" pitchFamily="50" charset="-127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FEB7FA9-6E09-45A5-8FCC-4F8B661F0CB4}"/>
                </a:ext>
              </a:extLst>
            </p:cNvPr>
            <p:cNvGrpSpPr/>
            <p:nvPr/>
          </p:nvGrpSpPr>
          <p:grpSpPr>
            <a:xfrm>
              <a:off x="5413804" y="1896837"/>
              <a:ext cx="1924107" cy="945092"/>
              <a:chOff x="5457827" y="1896837"/>
              <a:chExt cx="1924107" cy="94509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AFC608-FC78-E440-AE4E-4A178B7890F5}"/>
                  </a:ext>
                </a:extLst>
              </p:cNvPr>
              <p:cNvSpPr txBox="1"/>
              <p:nvPr/>
            </p:nvSpPr>
            <p:spPr>
              <a:xfrm>
                <a:off x="5457827" y="1896837"/>
                <a:ext cx="1638633" cy="94509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50800" sx="1000" sy="1000" algn="ctr" rotWithShape="0">
                  <a:srgbClr val="000000"/>
                </a:outerShdw>
              </a:effectLst>
            </p:spPr>
            <p:txBody>
              <a:bodyPr wrap="square" rtlCol="0" anchor="t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3200" spc="-150" dirty="0">
                    <a:solidFill>
                      <a:srgbClr val="00206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ChosunilboNM" panose="02030304000000000000" pitchFamily="18" charset="-128"/>
                  </a:rPr>
                  <a:t>감성</a:t>
                </a:r>
                <a:endParaRPr lang="en-US" altLang="ko-KR" sz="3200" spc="-15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ChosunilboNM" panose="02030304000000000000" pitchFamily="18" charset="-128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pc="-150" dirty="0">
                    <a:solidFill>
                      <a:srgbClr val="00206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ChosunilboNM" panose="02030304000000000000" pitchFamily="18" charset="-128"/>
                  </a:rPr>
                  <a:t>Heart smart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227510E-8581-3D4F-B5E9-51DC93F5F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10986" y="1955522"/>
                <a:ext cx="570948" cy="570948"/>
              </a:xfrm>
              <a:prstGeom prst="rect">
                <a:avLst/>
              </a:prstGeom>
            </p:spPr>
          </p:pic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960FD0-3B8C-4440-9181-6C968A5167FD}"/>
              </a:ext>
            </a:extLst>
          </p:cNvPr>
          <p:cNvGrpSpPr/>
          <p:nvPr/>
        </p:nvGrpSpPr>
        <p:grpSpPr>
          <a:xfrm>
            <a:off x="3593558" y="1758498"/>
            <a:ext cx="2444647" cy="3141231"/>
            <a:chOff x="2487583" y="1758498"/>
            <a:chExt cx="2444647" cy="314123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23DD17-BD9E-B843-92F0-CF57BC0EDBB3}"/>
                </a:ext>
              </a:extLst>
            </p:cNvPr>
            <p:cNvSpPr/>
            <p:nvPr/>
          </p:nvSpPr>
          <p:spPr>
            <a:xfrm>
              <a:off x="2487583" y="1758498"/>
              <a:ext cx="2444647" cy="3141231"/>
            </a:xfrm>
            <a:prstGeom prst="roundRect">
              <a:avLst>
                <a:gd name="adj" fmla="val 9394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G마켓 산스 Medium" panose="02000000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FBD417-ECA5-8B48-89C1-58D2B4E3B521}"/>
                </a:ext>
              </a:extLst>
            </p:cNvPr>
            <p:cNvSpPr txBox="1"/>
            <p:nvPr/>
          </p:nvSpPr>
          <p:spPr>
            <a:xfrm>
              <a:off x="2890750" y="1896838"/>
              <a:ext cx="1638313" cy="78231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3200" spc="-15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ChosunilboNM" panose="02030304000000000000" pitchFamily="18" charset="-128"/>
                </a:rPr>
                <a:t>이성</a:t>
              </a:r>
              <a:endParaRPr lang="en-US" altLang="ko-KR" sz="3600" spc="-150" dirty="0"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pc="-15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ChosunilboNM" panose="02030304000000000000" pitchFamily="18" charset="-128"/>
                </a:rPr>
                <a:t>Head Smart</a:t>
              </a:r>
            </a:p>
          </p:txBody>
        </p:sp>
        <p:pic>
          <p:nvPicPr>
            <p:cNvPr id="2" name="Picture 1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8A01326-81D0-C34B-907E-53B8AA541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20176" y="1896838"/>
              <a:ext cx="541148" cy="541148"/>
            </a:xfrm>
            <a:prstGeom prst="rect">
              <a:avLst/>
            </a:prstGeom>
          </p:spPr>
        </p:pic>
      </p:grpSp>
      <p:pic>
        <p:nvPicPr>
          <p:cNvPr id="39" name="Picture 38" descr="A drawing of a face&#10;&#10;Description automatically generated">
            <a:extLst>
              <a:ext uri="{FF2B5EF4-FFF2-40B4-BE49-F238E27FC236}">
                <a16:creationId xmlns:a16="http://schemas.microsoft.com/office/drawing/2014/main" id="{325BCB21-EFAF-BF43-A97E-167A6A05B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0821" y="1678474"/>
            <a:ext cx="1663484" cy="3501053"/>
          </a:xfrm>
          <a:prstGeom prst="rect">
            <a:avLst/>
          </a:prstGeom>
        </p:spPr>
      </p:pic>
      <p:pic>
        <p:nvPicPr>
          <p:cNvPr id="40" name="Picture 39" descr="A drawing of a person&#10;&#10;Description automatically generated">
            <a:extLst>
              <a:ext uri="{FF2B5EF4-FFF2-40B4-BE49-F238E27FC236}">
                <a16:creationId xmlns:a16="http://schemas.microsoft.com/office/drawing/2014/main" id="{25B55B6A-D5EA-E74D-9D19-BC6470518B0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17696" y="1758497"/>
            <a:ext cx="1582433" cy="318247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0044E9-B508-4947-BE8E-9DDB22525AEC}"/>
              </a:ext>
            </a:extLst>
          </p:cNvPr>
          <p:cNvSpPr txBox="1"/>
          <p:nvPr/>
        </p:nvSpPr>
        <p:spPr>
          <a:xfrm>
            <a:off x="3693056" y="2893165"/>
            <a:ext cx="22456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인지</a:t>
            </a:r>
            <a:endParaRPr lang="en-US" altLang="ko-KR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객관</a:t>
            </a:r>
            <a:endParaRPr lang="en-US" altLang="ko-KR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분석</a:t>
            </a:r>
            <a:endParaRPr lang="en-US" altLang="ko-KR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순서</a:t>
            </a:r>
            <a:endParaRPr lang="en-US" altLang="ko-KR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언어</a:t>
            </a:r>
            <a:endParaRPr lang="en-US" altLang="ko-KR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선형문제해결</a:t>
            </a:r>
            <a:endParaRPr lang="en-US" altLang="ko-KR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defTabSz="457200" latinLnBrk="0">
              <a:defRPr/>
            </a:pPr>
            <a:r>
              <a:rPr lang="ko-KR" altLang="en-US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느린 생각</a:t>
            </a:r>
            <a:r>
              <a:rPr lang="en-US" altLang="ko-KR" sz="12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대니얼카너먼</a:t>
            </a:r>
            <a:r>
              <a:rPr lang="en-US" altLang="ko-KR" sz="12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KR" altLang="ko-KR" sz="12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899836-C003-4008-9D0F-DF92799059CD}"/>
              </a:ext>
            </a:extLst>
          </p:cNvPr>
          <p:cNvSpPr txBox="1"/>
          <p:nvPr/>
        </p:nvSpPr>
        <p:spPr>
          <a:xfrm>
            <a:off x="6261868" y="2898652"/>
            <a:ext cx="22456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직관</a:t>
            </a:r>
            <a:endParaRPr lang="en-US" altLang="ko-KR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주관</a:t>
            </a:r>
            <a:endParaRPr lang="en-US" altLang="ko-KR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통합</a:t>
            </a:r>
            <a:endParaRPr lang="en-US" altLang="ko-KR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동시</a:t>
            </a:r>
            <a:endParaRPr lang="en-US" altLang="ko-KR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시각</a:t>
            </a:r>
            <a:endParaRPr lang="en-US" altLang="ko-KR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원형문제해결</a:t>
            </a:r>
            <a:endParaRPr lang="en-US" altLang="ko-KR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algn="ctr" defTabSz="457200" latinLnBrk="0">
              <a:defRPr/>
            </a:pPr>
            <a:r>
              <a:rPr lang="ko-KR" altLang="en-US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빠른 생각</a:t>
            </a:r>
            <a:r>
              <a:rPr lang="en-US" altLang="ko-KR" sz="1200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err="1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대니얼카너먼</a:t>
            </a:r>
            <a:r>
              <a:rPr lang="en-US" altLang="ko-KR" sz="1200" kern="100" dirty="0"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KR" altLang="ko-KR" sz="1200" kern="100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50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07CC35-4231-6342-A7CC-7928115929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0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12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0B312A-922C-DE4C-90B9-57166509702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0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74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green, case, accessory&#10;&#10;Description automatically generated">
            <a:extLst>
              <a:ext uri="{FF2B5EF4-FFF2-40B4-BE49-F238E27FC236}">
                <a16:creationId xmlns:a16="http://schemas.microsoft.com/office/drawing/2014/main" id="{C8C24BA3-451A-0844-89CF-517FC5B11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2530" y="1226767"/>
            <a:ext cx="3886941" cy="440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29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5EA773-64EF-FF40-A09A-14FD074892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0377" y="1241416"/>
            <a:ext cx="4011247" cy="4375169"/>
          </a:xfrm>
          <a:prstGeom prst="rect">
            <a:avLst/>
          </a:prstGeom>
          <a:ln>
            <a:noFill/>
          </a:ln>
          <a:effectLst>
            <a:softEdge rad="177800"/>
          </a:effectLst>
        </p:spPr>
      </p:pic>
    </p:spTree>
    <p:extLst>
      <p:ext uri="{BB962C8B-B14F-4D97-AF65-F5344CB8AC3E}">
        <p14:creationId xmlns:p14="http://schemas.microsoft.com/office/powerpoint/2010/main" val="35641532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DA1C922-4AFE-4BB2-891A-6A9E7BC734F1}"/>
              </a:ext>
            </a:extLst>
          </p:cNvPr>
          <p:cNvGrpSpPr/>
          <p:nvPr/>
        </p:nvGrpSpPr>
        <p:grpSpPr>
          <a:xfrm>
            <a:off x="6153798" y="1758498"/>
            <a:ext cx="2444647" cy="3141231"/>
            <a:chOff x="5007298" y="1758497"/>
            <a:chExt cx="2444647" cy="3141231"/>
          </a:xfrm>
        </p:grpSpPr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110E0963-1E2B-4046-9FBC-3BA4FAE7DB3A}"/>
                </a:ext>
              </a:extLst>
            </p:cNvPr>
            <p:cNvSpPr/>
            <p:nvPr/>
          </p:nvSpPr>
          <p:spPr>
            <a:xfrm>
              <a:off x="5007298" y="1758497"/>
              <a:ext cx="2444647" cy="3141231"/>
            </a:xfrm>
            <a:prstGeom prst="roundRect">
              <a:avLst>
                <a:gd name="adj" fmla="val 9394"/>
              </a:avLst>
            </a:prstGeom>
            <a:solidFill>
              <a:srgbClr val="E8AE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G마켓 산스 Medium" panose="02000000000000000000" pitchFamily="50" charset="-127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FEB7FA9-6E09-45A5-8FCC-4F8B661F0CB4}"/>
                </a:ext>
              </a:extLst>
            </p:cNvPr>
            <p:cNvGrpSpPr/>
            <p:nvPr/>
          </p:nvGrpSpPr>
          <p:grpSpPr>
            <a:xfrm>
              <a:off x="5410305" y="1896837"/>
              <a:ext cx="1924107" cy="945092"/>
              <a:chOff x="5457827" y="1896837"/>
              <a:chExt cx="1924107" cy="94509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AFC608-FC78-E440-AE4E-4A178B7890F5}"/>
                  </a:ext>
                </a:extLst>
              </p:cNvPr>
              <p:cNvSpPr txBox="1"/>
              <p:nvPr/>
            </p:nvSpPr>
            <p:spPr>
              <a:xfrm>
                <a:off x="5457827" y="1896837"/>
                <a:ext cx="1638633" cy="94509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50800" sx="1000" sy="1000" algn="ctr" rotWithShape="0">
                  <a:srgbClr val="000000"/>
                </a:outerShdw>
              </a:effectLst>
            </p:spPr>
            <p:txBody>
              <a:bodyPr wrap="square" rtlCol="0" anchor="t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3200" spc="-150" dirty="0">
                    <a:solidFill>
                      <a:srgbClr val="00206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ChosunilboNM" panose="02030304000000000000" pitchFamily="18" charset="-128"/>
                  </a:rPr>
                  <a:t>감성</a:t>
                </a:r>
                <a:endParaRPr lang="en-US" altLang="ko-KR" sz="3200" spc="-15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ChosunilboNM" panose="02030304000000000000" pitchFamily="18" charset="-128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pc="-150" dirty="0">
                    <a:solidFill>
                      <a:srgbClr val="002060"/>
                    </a:solidFill>
                    <a:latin typeface="G마켓 산스 Bold" panose="02000000000000000000" pitchFamily="50" charset="-127"/>
                    <a:ea typeface="G마켓 산스 Bold" panose="02000000000000000000" pitchFamily="50" charset="-127"/>
                    <a:cs typeface="ChosunilboNM" panose="02030304000000000000" pitchFamily="18" charset="-128"/>
                  </a:rPr>
                  <a:t>Heart smart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227510E-8581-3D4F-B5E9-51DC93F5F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10986" y="1955522"/>
                <a:ext cx="570948" cy="570948"/>
              </a:xfrm>
              <a:prstGeom prst="rect">
                <a:avLst/>
              </a:prstGeom>
            </p:spPr>
          </p:pic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960FD0-3B8C-4440-9181-6C968A5167FD}"/>
              </a:ext>
            </a:extLst>
          </p:cNvPr>
          <p:cNvGrpSpPr/>
          <p:nvPr/>
        </p:nvGrpSpPr>
        <p:grpSpPr>
          <a:xfrm>
            <a:off x="3593558" y="1758498"/>
            <a:ext cx="2444647" cy="3141231"/>
            <a:chOff x="2487583" y="1758498"/>
            <a:chExt cx="2444647" cy="314123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23DD17-BD9E-B843-92F0-CF57BC0EDBB3}"/>
                </a:ext>
              </a:extLst>
            </p:cNvPr>
            <p:cNvSpPr/>
            <p:nvPr/>
          </p:nvSpPr>
          <p:spPr>
            <a:xfrm>
              <a:off x="2487583" y="1758498"/>
              <a:ext cx="2444647" cy="3141231"/>
            </a:xfrm>
            <a:prstGeom prst="roundRect">
              <a:avLst>
                <a:gd name="adj" fmla="val 9394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G마켓 산스 Medium" panose="02000000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FBD417-ECA5-8B48-89C1-58D2B4E3B521}"/>
                </a:ext>
              </a:extLst>
            </p:cNvPr>
            <p:cNvSpPr txBox="1"/>
            <p:nvPr/>
          </p:nvSpPr>
          <p:spPr>
            <a:xfrm>
              <a:off x="2890750" y="1896838"/>
              <a:ext cx="1638313" cy="78231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3200" spc="-15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ChosunilboNM" panose="02030304000000000000" pitchFamily="18" charset="-128"/>
                </a:rPr>
                <a:t>이성</a:t>
              </a:r>
              <a:endParaRPr lang="en-US" altLang="ko-KR" sz="3600" spc="-150" dirty="0"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pc="-150" dirty="0">
                  <a:solidFill>
                    <a:srgbClr val="002060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  <a:cs typeface="ChosunilboNM" panose="02030304000000000000" pitchFamily="18" charset="-128"/>
                </a:rPr>
                <a:t>Head Smart</a:t>
              </a:r>
            </a:p>
          </p:txBody>
        </p:sp>
        <p:pic>
          <p:nvPicPr>
            <p:cNvPr id="2" name="Picture 1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8A01326-81D0-C34B-907E-53B8AA541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20176" y="1896838"/>
              <a:ext cx="541148" cy="541148"/>
            </a:xfrm>
            <a:prstGeom prst="rect">
              <a:avLst/>
            </a:prstGeom>
          </p:spPr>
        </p:pic>
      </p:grpSp>
      <p:pic>
        <p:nvPicPr>
          <p:cNvPr id="39" name="Picture 38" descr="A drawing of a face&#10;&#10;Description automatically generated">
            <a:extLst>
              <a:ext uri="{FF2B5EF4-FFF2-40B4-BE49-F238E27FC236}">
                <a16:creationId xmlns:a16="http://schemas.microsoft.com/office/drawing/2014/main" id="{325BCB21-EFAF-BF43-A97E-167A6A05B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0821" y="1678474"/>
            <a:ext cx="1663484" cy="3501053"/>
          </a:xfrm>
          <a:prstGeom prst="rect">
            <a:avLst/>
          </a:prstGeom>
        </p:spPr>
      </p:pic>
      <p:pic>
        <p:nvPicPr>
          <p:cNvPr id="40" name="Picture 39" descr="A drawing of a person&#10;&#10;Description automatically generated">
            <a:extLst>
              <a:ext uri="{FF2B5EF4-FFF2-40B4-BE49-F238E27FC236}">
                <a16:creationId xmlns:a16="http://schemas.microsoft.com/office/drawing/2014/main" id="{25B55B6A-D5EA-E74D-9D19-BC6470518B0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17696" y="1758497"/>
            <a:ext cx="1582433" cy="31824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C0FE56-E97C-4DEC-A9D5-621DABEEA1FE}"/>
              </a:ext>
            </a:extLst>
          </p:cNvPr>
          <p:cNvSpPr txBox="1"/>
          <p:nvPr/>
        </p:nvSpPr>
        <p:spPr>
          <a:xfrm>
            <a:off x="3693056" y="3032864"/>
            <a:ext cx="22456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핵심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아이디어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이해</a:t>
            </a:r>
            <a:endPara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개념화</a:t>
            </a:r>
            <a:endPara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기술</a:t>
            </a:r>
            <a:endPara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연구</a:t>
            </a:r>
            <a:endPara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증거</a:t>
            </a:r>
            <a:endParaRPr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지식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C47732-6DEC-49DD-B931-C4562EF225E2}"/>
              </a:ext>
            </a:extLst>
          </p:cNvPr>
          <p:cNvSpPr txBox="1"/>
          <p:nvPr/>
        </p:nvSpPr>
        <p:spPr>
          <a:xfrm>
            <a:off x="6369939" y="3038351"/>
            <a:ext cx="20123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가치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 </a:t>
            </a:r>
          </a:p>
          <a:p>
            <a:pPr algn="ctr"/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의미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 </a:t>
            </a:r>
          </a:p>
          <a:p>
            <a:pPr algn="ctr"/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상상</a:t>
            </a:r>
            <a:endParaRPr lang="en-US" altLang="ko-KR" kern="1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감정</a:t>
            </a:r>
            <a:endParaRPr lang="en-US" altLang="ko-KR" kern="1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가능성</a:t>
            </a:r>
            <a:endParaRPr lang="en-US" altLang="ko-KR" kern="1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Batang" panose="02030600000101010101" pitchFamily="18" charset="-127"/>
            </a:endParaRPr>
          </a:p>
          <a:p>
            <a:pPr algn="ctr"/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Batang" panose="02030600000101010101" pitchFamily="18" charset="-127"/>
              </a:rPr>
              <a:t>성과</a:t>
            </a:r>
            <a:endParaRPr lang="en-KR" altLang="ko-KR" kern="1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5496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58855A-BD63-E657-5067-8B95EA5082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0EC9F1-1A2A-1C96-F272-6737C97EF1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359A77-66D1-296B-C8F1-B93D59E51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228479"/>
            <a:ext cx="665545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Concept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0" spc="0" dirty="0">
                <a:ln>
                  <a:noFill/>
                </a:ln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(</a:t>
            </a:r>
            <a:r>
              <a:rPr lang="ko-KR" altLang="en-US" sz="3600" b="0" spc="0" dirty="0">
                <a:ln>
                  <a:noFill/>
                </a:ln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내 기획을 한 마디로 말하면</a:t>
            </a:r>
            <a:r>
              <a:rPr lang="en-US" altLang="ko-KR" sz="3600" b="0" spc="0" dirty="0">
                <a:ln>
                  <a:noFill/>
                </a:ln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?)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(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목적을 잘 나타내는 썸네일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)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29114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D7272B74-7A0F-4B83-A532-502DF99C0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-1"/>
          <a:ext cx="12192000" cy="6860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0917720" imgH="7561800" progId="Photoshop.Image.13">
                  <p:embed/>
                </p:oleObj>
              </mc:Choice>
              <mc:Fallback>
                <p:oleObj name="Image" r:id="rId3" imgW="10917720" imgH="7561800" progId="Photoshop.Image.13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D7272B74-7A0F-4B83-A532-502DF99C0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12192000" cy="68604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DB6CCD9-6FD2-4D76-84C5-071CA7AD4F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914BD-E73C-4873-AE55-011992991C48}"/>
              </a:ext>
            </a:extLst>
          </p:cNvPr>
          <p:cNvSpPr txBox="1"/>
          <p:nvPr/>
        </p:nvSpPr>
        <p:spPr>
          <a:xfrm>
            <a:off x="3082195" y="3013502"/>
            <a:ext cx="60276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3600">
                <a:solidFill>
                  <a:srgbClr val="EA002C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  <a:cs typeface="맑은 고딕 Semilight" panose="020B0502040204020203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건축 소음 진동의 이해</a:t>
            </a:r>
          </a:p>
        </p:txBody>
      </p:sp>
    </p:spTree>
    <p:extLst>
      <p:ext uri="{BB962C8B-B14F-4D97-AF65-F5344CB8AC3E}">
        <p14:creationId xmlns:p14="http://schemas.microsoft.com/office/powerpoint/2010/main" val="186204552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3CBF2DBB-1B1B-411C-8301-F0F6F73F1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84220" y="0"/>
          <a:ext cx="12276220" cy="6860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917720" imgH="7561800" progId="Photoshop.Image.13">
                  <p:embed/>
                </p:oleObj>
              </mc:Choice>
              <mc:Fallback>
                <p:oleObj name="Image" r:id="rId2" imgW="10917720" imgH="7561800" progId="Photoshop.Image.13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3CBF2DBB-1B1B-411C-8301-F0F6F73F1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84220" y="0"/>
                        <a:ext cx="12276220" cy="6860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F0914BD-E73C-4873-AE55-011992991C48}"/>
              </a:ext>
            </a:extLst>
          </p:cNvPr>
          <p:cNvSpPr txBox="1"/>
          <p:nvPr/>
        </p:nvSpPr>
        <p:spPr>
          <a:xfrm>
            <a:off x="2820912" y="3105835"/>
            <a:ext cx="6569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맑은 고딕 Semilight" panose="020B0502040204020203" pitchFamily="50" charset="-127"/>
              </a:rPr>
              <a:t>“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맑은 고딕 Semilight" panose="020B0502040204020203" pitchFamily="50" charset="-127"/>
              </a:rPr>
              <a:t>엄마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맑은 고딕 Semilight" panose="020B0502040204020203" pitchFamily="50" charset="-127"/>
              </a:rPr>
              <a:t>집에서 귀신 소리가 나요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맑은 고딕 Semilight" panose="020B0502040204020203" pitchFamily="50" charset="-127"/>
              </a:rPr>
              <a:t>”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7314179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D981B7-DDDF-E903-B1FD-C7DF599F63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25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8FFD967-7FA4-40A9-74C3-74A5DCA63142}"/>
              </a:ext>
            </a:extLst>
          </p:cNvPr>
          <p:cNvSpPr/>
          <p:nvPr/>
        </p:nvSpPr>
        <p:spPr>
          <a:xfrm>
            <a:off x="9625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914BD-E73C-4873-AE55-011992991C48}"/>
              </a:ext>
            </a:extLst>
          </p:cNvPr>
          <p:cNvSpPr txBox="1"/>
          <p:nvPr/>
        </p:nvSpPr>
        <p:spPr>
          <a:xfrm>
            <a:off x="3178381" y="3013502"/>
            <a:ext cx="5854488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EA002C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  <a:cs typeface="맑은 고딕 Semilight" panose="020B0502040204020203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해외 건설계약의 이해</a:t>
            </a:r>
          </a:p>
        </p:txBody>
      </p:sp>
    </p:spTree>
    <p:extLst>
      <p:ext uri="{BB962C8B-B14F-4D97-AF65-F5344CB8AC3E}">
        <p14:creationId xmlns:p14="http://schemas.microsoft.com/office/powerpoint/2010/main" val="1763102779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B0858A-FAB2-497F-AFA3-108811E86F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61DF95A-C397-48F8-9FBE-ABFEECC13BA2}"/>
              </a:ext>
            </a:extLst>
          </p:cNvPr>
          <p:cNvSpPr/>
          <p:nvPr/>
        </p:nvSpPr>
        <p:spPr>
          <a:xfrm>
            <a:off x="9629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Light" panose="02000000000000000000" pitchFamily="50" charset="-127"/>
              <a:ea typeface="G마켓 산스 Light" panose="02000000000000000000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E4346-643B-4C17-A058-D5719412256D}"/>
              </a:ext>
            </a:extLst>
          </p:cNvPr>
          <p:cNvSpPr txBox="1"/>
          <p:nvPr/>
        </p:nvSpPr>
        <p:spPr>
          <a:xfrm>
            <a:off x="2514742" y="2680683"/>
            <a:ext cx="718177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EA002C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  <a:cs typeface="맑은 고딕 Semilight" panose="020B0502040204020203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우리 회사는 지금 </a:t>
            </a: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맑은 고딕 Semilight" panose="020B0502040204020203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무엇때문에 돈을 잃고 있는가</a:t>
            </a:r>
          </a:p>
        </p:txBody>
      </p:sp>
    </p:spTree>
    <p:extLst>
      <p:ext uri="{BB962C8B-B14F-4D97-AF65-F5344CB8AC3E}">
        <p14:creationId xmlns:p14="http://schemas.microsoft.com/office/powerpoint/2010/main" val="2029905071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84A014-8126-442E-9B65-FEAA8603226F}"/>
              </a:ext>
            </a:extLst>
          </p:cNvPr>
          <p:cNvSpPr txBox="1"/>
          <p:nvPr/>
        </p:nvSpPr>
        <p:spPr>
          <a:xfrm>
            <a:off x="2071501" y="2473812"/>
            <a:ext cx="804899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&lt;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도전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!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내 삶의 또 다른 이름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&gt;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부제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: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후회 없이 살아가기 위하여</a:t>
            </a:r>
          </a:p>
        </p:txBody>
      </p:sp>
    </p:spTree>
    <p:extLst>
      <p:ext uri="{BB962C8B-B14F-4D97-AF65-F5344CB8AC3E}">
        <p14:creationId xmlns:p14="http://schemas.microsoft.com/office/powerpoint/2010/main" val="483839893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55FCDFE-A84F-1604-A324-368A432C9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2696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72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940A41-CE44-4A88-B777-E5F9382FDF2F}"/>
              </a:ext>
            </a:extLst>
          </p:cNvPr>
          <p:cNvSpPr txBox="1"/>
          <p:nvPr/>
        </p:nvSpPr>
        <p:spPr>
          <a:xfrm>
            <a:off x="3856460" y="3050015"/>
            <a:ext cx="4498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EA002C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  <a:cs typeface="맑은 고딕 Semilight" panose="020B0502040204020203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남성육아의 역할</a:t>
            </a:r>
          </a:p>
        </p:txBody>
      </p:sp>
    </p:spTree>
    <p:extLst>
      <p:ext uri="{BB962C8B-B14F-4D97-AF65-F5344CB8AC3E}">
        <p14:creationId xmlns:p14="http://schemas.microsoft.com/office/powerpoint/2010/main" val="3392587707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A33EBAE-8F78-4FB9-8860-42115C1BB8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04" b="-1"/>
          <a:stretch/>
        </p:blipFill>
        <p:spPr>
          <a:xfrm>
            <a:off x="1" y="0"/>
            <a:ext cx="12200020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B8EEAC6-34BA-4848-9602-C8395EA37A7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40A41-CE44-4A88-B777-E5F9382FDF2F}"/>
              </a:ext>
            </a:extLst>
          </p:cNvPr>
          <p:cNvSpPr txBox="1"/>
          <p:nvPr/>
        </p:nvSpPr>
        <p:spPr>
          <a:xfrm>
            <a:off x="2889049" y="3050015"/>
            <a:ext cx="64331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EA002C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  <a:cs typeface="맑은 고딕 Semilight" panose="020B0502040204020203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“</a:t>
            </a:r>
            <a:r>
              <a:rPr kumimoji="0" lang="ko-KR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내가 필요한 존재구나</a:t>
            </a: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맑은 고딕 Semilight" panose="020B0502040204020203" pitchFamily="50" charset="-127"/>
              </a:rPr>
              <a:t>”</a:t>
            </a: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9753520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58855A-BD63-E657-5067-8B95EA5082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0EC9F1-1A2A-1C96-F272-6737C97EF1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359A77-66D1-296B-C8F1-B93D59E51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780" y="2453766"/>
            <a:ext cx="69124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좋은 기획을 위한 기본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298266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이미지 검색결과">
            <a:extLst>
              <a:ext uri="{FF2B5EF4-FFF2-40B4-BE49-F238E27FC236}">
                <a16:creationId xmlns:a16="http://schemas.microsoft.com/office/drawing/2014/main" id="{CE0666CF-4CC9-D739-23CD-AF562E389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32" y="1223340"/>
            <a:ext cx="10094561" cy="46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885398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2E6C5-880E-C283-D9DF-22F921ECFD62}"/>
              </a:ext>
            </a:extLst>
          </p:cNvPr>
          <p:cNvSpPr txBox="1"/>
          <p:nvPr/>
        </p:nvSpPr>
        <p:spPr>
          <a:xfrm rot="10800000" flipH="1" flipV="1">
            <a:off x="1394960" y="2415903"/>
            <a:ext cx="9859418" cy="2516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맥락 읽기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왜 나에게 이런 지시를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문장 읽기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그래서 무슨 내용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핵심 영역 정리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핵심적으로 정리하면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피드백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맞나요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 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확인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자기화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어떻게 과제를 수행할 것인가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ko-KR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C7CAB-F623-5420-43DB-E3505D749778}"/>
              </a:ext>
            </a:extLst>
          </p:cNvPr>
          <p:cNvSpPr txBox="1"/>
          <p:nvPr/>
        </p:nvSpPr>
        <p:spPr>
          <a:xfrm>
            <a:off x="1146312" y="911951"/>
            <a:ext cx="5294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기획적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사고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#1_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듣기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587152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2E6C5-880E-C283-D9DF-22F921ECFD62}"/>
              </a:ext>
            </a:extLst>
          </p:cNvPr>
          <p:cNvSpPr txBox="1"/>
          <p:nvPr/>
        </p:nvSpPr>
        <p:spPr>
          <a:xfrm rot="10800000" flipH="1" flipV="1">
            <a:off x="1394960" y="2415903"/>
            <a:ext cx="9859418" cy="2516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맥락 </a:t>
            </a: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설명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왜 이런 프로젝트를 </a:t>
            </a:r>
            <a:r>
              <a:rPr lang="ko-KR" altLang="en-US" kern="100" dirty="0" err="1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진행하냐면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기대하는 결과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우리가 기대하는 전체 결과물은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업무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Schedule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이상적인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결과 일자 조율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특이사항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이런 부분은 제외하고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이런 부분에 집중하고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Tip</a:t>
            </a: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이나 노하우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이런 자료는 어디에 있고 누구를 찾아가고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ko-KR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C7CAB-F623-5420-43DB-E3505D749778}"/>
              </a:ext>
            </a:extLst>
          </p:cNvPr>
          <p:cNvSpPr txBox="1"/>
          <p:nvPr/>
        </p:nvSpPr>
        <p:spPr>
          <a:xfrm>
            <a:off x="1146312" y="911951"/>
            <a:ext cx="5294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기획적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사고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#2_</a:t>
            </a:r>
            <a:r>
              <a:rPr lang="ko-KR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전달하기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021592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80A63-04AB-001F-AA4F-BDCF03193C19}"/>
              </a:ext>
            </a:extLst>
          </p:cNvPr>
          <p:cNvSpPr txBox="1"/>
          <p:nvPr/>
        </p:nvSpPr>
        <p:spPr>
          <a:xfrm rot="10800000" flipH="1" flipV="1">
            <a:off x="560073" y="2389399"/>
            <a:ext cx="5019092" cy="2516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맥락 읽기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왜 나에게 이런 지시를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문장 읽기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그래서 무슨 내용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핵심 영역 정리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핵심적으로 정리하면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피드백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맞나요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 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확인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자기화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어떻게 과제를 수행할 것인가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ko-KR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6ACC1-F32A-B2D0-C4CE-4384EBEE56D5}"/>
              </a:ext>
            </a:extLst>
          </p:cNvPr>
          <p:cNvSpPr txBox="1"/>
          <p:nvPr/>
        </p:nvSpPr>
        <p:spPr>
          <a:xfrm rot="10800000" flipH="1" flipV="1">
            <a:off x="2117203" y="2389399"/>
            <a:ext cx="9859418" cy="2516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맥락 </a:t>
            </a: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설명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왜 이런 프로젝트를 </a:t>
            </a:r>
            <a:r>
              <a:rPr lang="ko-KR" altLang="en-US" kern="100" dirty="0" err="1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진행하냐면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r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기대하는 결과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우리가 기대하는 전체 결과물은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?)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r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업무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Schedule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이상적인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결과 일자 조율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r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특이사항</a:t>
            </a:r>
            <a:r>
              <a:rPr lang="ko-KR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이런 부분은 제외하고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이런 부분에 집중하고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en-US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r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Tip</a:t>
            </a:r>
            <a:r>
              <a:rPr lang="ko-KR" altLang="en-US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이나 노하우</a:t>
            </a:r>
            <a:r>
              <a:rPr lang="en-US" altLang="ko-KR" sz="2400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– </a:t>
            </a:r>
            <a:r>
              <a:rPr lang="en-US" altLang="ko-KR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이런 자료는 어디에 있고 누구를 찾아가고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)</a:t>
            </a:r>
            <a:endParaRPr lang="ko-KR" altLang="ko-KR" sz="2400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6305C-24DB-4BA7-4252-EAF68CB2FE23}"/>
              </a:ext>
            </a:extLst>
          </p:cNvPr>
          <p:cNvSpPr txBox="1"/>
          <p:nvPr/>
        </p:nvSpPr>
        <p:spPr>
          <a:xfrm>
            <a:off x="6682376" y="1402281"/>
            <a:ext cx="5294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기획적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사고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#2_</a:t>
            </a:r>
            <a:r>
              <a:rPr lang="ko-KR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전달하기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B1C3C-413F-0875-FE92-BC9C2502F6C1}"/>
              </a:ext>
            </a:extLst>
          </p:cNvPr>
          <p:cNvSpPr txBox="1"/>
          <p:nvPr/>
        </p:nvSpPr>
        <p:spPr>
          <a:xfrm>
            <a:off x="560072" y="1402280"/>
            <a:ext cx="5294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기획적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사고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#1_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듣기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344524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80A63-04AB-001F-AA4F-BDCF03193C19}"/>
              </a:ext>
            </a:extLst>
          </p:cNvPr>
          <p:cNvSpPr txBox="1"/>
          <p:nvPr/>
        </p:nvSpPr>
        <p:spPr>
          <a:xfrm rot="10800000" flipH="1" flipV="1">
            <a:off x="600584" y="2528888"/>
            <a:ext cx="9862931" cy="2782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우리 조직 팀 빌딩 프로그램을 하자</a:t>
            </a:r>
            <a:endParaRPr lang="en-US" altLang="ko-KR" kern="1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조직원들끼리 갈등이 있는 것 같아 보임</a:t>
            </a:r>
            <a:endParaRPr lang="en-US" altLang="ko-KR" kern="1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각자 자기의 일은 잘 하는데 서로 소통 안 하니 분위기도 안 좋고 새로운 것도 할 수 없는 분위기</a:t>
            </a:r>
            <a:endParaRPr lang="en-US" altLang="ko-KR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완전히 바뀔 수는 없지만 이야기 하고 갈등이 해소되는 시작이 되길 바람</a:t>
            </a:r>
            <a:endParaRPr lang="en-US" altLang="ko-KR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술 먹고 마음 풀고 화해시키고 그런 회식중심 </a:t>
            </a:r>
            <a:r>
              <a:rPr lang="ko-KR" altLang="en-US" kern="100" dirty="0" err="1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팀빌딩</a:t>
            </a: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 제외하고</a:t>
            </a:r>
            <a:endParaRPr lang="en-US" altLang="ko-KR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그래도 조금 외부 이미지로도 괜찮아 보이는 프로그램이 되길 바람</a:t>
            </a:r>
            <a:endParaRPr lang="en-US" altLang="ko-KR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  <a:p>
            <a:pPr lvl="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지난 번에 보니 </a:t>
            </a:r>
            <a:r>
              <a:rPr lang="en-US" altLang="ko-KR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HR</a:t>
            </a:r>
            <a:r>
              <a:rPr lang="ko-KR" altLang="en-US" kern="1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Times New Roman" panose="02020603050405020304" pitchFamily="18" charset="0"/>
              </a:rPr>
              <a:t>에서 이런 비슷한 것 했던 것 같은데 한 번 알아보길 바람</a:t>
            </a:r>
            <a:endParaRPr lang="ko-KR" altLang="ko-KR" kern="10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B1C3C-413F-0875-FE92-BC9C2502F6C1}"/>
              </a:ext>
            </a:extLst>
          </p:cNvPr>
          <p:cNvSpPr txBox="1"/>
          <p:nvPr/>
        </p:nvSpPr>
        <p:spPr>
          <a:xfrm>
            <a:off x="560072" y="1402280"/>
            <a:ext cx="5294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Team Mission</a:t>
            </a:r>
          </a:p>
        </p:txBody>
      </p:sp>
    </p:spTree>
    <p:extLst>
      <p:ext uri="{BB962C8B-B14F-4D97-AF65-F5344CB8AC3E}">
        <p14:creationId xmlns:p14="http://schemas.microsoft.com/office/powerpoint/2010/main" val="529594970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58855A-BD63-E657-5067-8B95EA5082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0EC9F1-1A2A-1C96-F272-6737C97EF1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359A77-66D1-296B-C8F1-B93D59E51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101" y="2414010"/>
            <a:ext cx="679979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좋은 기획을 위한 구조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289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EF753374-D9EB-8543-856E-22D8F6834B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AF9"/>
              </a:clrFrom>
              <a:clrTo>
                <a:srgbClr val="F9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6" y="1992722"/>
            <a:ext cx="3069360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1" y="3226718"/>
            <a:ext cx="3948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취지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배경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3200" dirty="0"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목적</a:t>
            </a:r>
            <a:endParaRPr lang="en-KR" sz="3200" dirty="0">
              <a:solidFill>
                <a:srgbClr val="002060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224A2-96B3-47E8-B21C-AB072DFB34FB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2EE0FD99-CB12-4812-9E98-714847BEF13C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58724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EF753374-D9EB-8543-856E-22D8F6834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6" y="1992722"/>
            <a:ext cx="3069360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4885315" y="2241833"/>
            <a:ext cx="506741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 일을 왜 해야하는 걸까</a:t>
            </a:r>
            <a:r>
              <a:rPr lang="en-US" altLang="ko-KR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고객에게 이건 어떤 의미야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왜 내가 이 일을 해야하지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그렇게 된 진짜 원인이 뭘까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이게 우리에게 왜 중요해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  <a:endParaRPr lang="en-KR" sz="28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EC3E8-A423-43C8-BD79-F207475F7F83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79259E5B-11AF-468E-A839-FBD3A6E7CE71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122318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7AA42C73-8C05-1F40-9A70-DC4FA681C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7" y="1992720"/>
            <a:ext cx="3109565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1" y="3226718"/>
            <a:ext cx="30027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0B2A4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기획 내용</a:t>
            </a:r>
            <a:r>
              <a:rPr lang="en-US" altLang="ko-KR" sz="3200" b="1" dirty="0">
                <a:solidFill>
                  <a:srgbClr val="0B2A4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,</a:t>
            </a:r>
            <a:r>
              <a:rPr lang="ko-KR" altLang="en-US" sz="3200" b="1" dirty="0">
                <a:solidFill>
                  <a:srgbClr val="0B2A4B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계획</a:t>
            </a:r>
            <a:endParaRPr lang="en-KR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BA238-E5A8-4A12-A742-AFAA433F6526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012BC8B1-F5CA-46EE-8AB2-B5988586398B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503741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7AA42C73-8C05-1F40-9A70-DC4FA681C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447" y="1992720"/>
            <a:ext cx="3109565" cy="305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4967478" y="2397949"/>
            <a:ext cx="541205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무엇을 하면 될까</a:t>
            </a:r>
            <a:r>
              <a:rPr lang="en-US" altLang="ko-KR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전체 계획을 어떻게 하면 좋지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추진에 필요한 정보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자료 있어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어떤 전문가에게 물어볼까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B7854-E1AD-414B-AD6A-56694E144235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B461C546-927D-4014-8450-5E78B13CD84A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80702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8AD06E2F-9402-1342-9797-371C483B8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6231" y="1968098"/>
            <a:ext cx="3069360" cy="3102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0" y="3226718"/>
            <a:ext cx="46185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실행방안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자원배분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운영</a:t>
            </a:r>
            <a:endParaRPr lang="en-KR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270187-EB61-4F72-9E6F-C9991AAD82D2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098DF1EA-4004-4EC3-881B-69DDF33F33DE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686269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8AD06E2F-9402-1342-9797-371C483B8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6231" y="1968098"/>
            <a:ext cx="3069360" cy="3102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286529" y="2241831"/>
            <a:ext cx="460735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어떻게 실행하면 될까</a:t>
            </a:r>
            <a:r>
              <a:rPr lang="en-US" altLang="ko-KR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활용 가능한 인력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자원은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사업 추진 세부사항은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사업 결과는 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고객 반응과 피드백은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  <a:endParaRPr lang="en-US" altLang="ko-KR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1F5E1-5574-4185-9FD6-10852DDE7459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775727E7-13C9-4DC2-89F0-F5C3BBBBEEC2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649229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5CD9B59D-024E-7441-8D61-F94C431D8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374" y="1915222"/>
            <a:ext cx="3170622" cy="30710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411101" y="3226718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206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기대효과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개선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가능성</a:t>
            </a:r>
            <a:endParaRPr lang="en-KR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6DB72-D2CF-4537-9DE3-2882DE6462AF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411B6F74-0159-44D2-B63C-41EAC240C6D5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108946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5CD9B59D-024E-7441-8D61-F94C431D8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374" y="1915222"/>
            <a:ext cx="3170622" cy="30710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70FE9-0057-F342-B68C-10149A2B2422}"/>
              </a:ext>
            </a:extLst>
          </p:cNvPr>
          <p:cNvSpPr txBox="1"/>
          <p:nvPr/>
        </p:nvSpPr>
        <p:spPr>
          <a:xfrm>
            <a:off x="5260778" y="2173459"/>
            <a:ext cx="472276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성공하면 어떻게 될까</a:t>
            </a:r>
            <a:r>
              <a:rPr lang="en-US" altLang="ko-KR" sz="2800" b="1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만약 못하면 또 어떻게 돼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개선한다면 어떻게 할까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새롭게 적용하면 어때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특이사항 있나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  <a:endParaRPr lang="en-KR" sz="28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17351-71D4-4AB5-8BC6-6BA75AD3689E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9" name="직선 연결선 39">
            <a:extLst>
              <a:ext uri="{FF2B5EF4-FFF2-40B4-BE49-F238E27FC236}">
                <a16:creationId xmlns:a16="http://schemas.microsoft.com/office/drawing/2014/main" id="{958CECA3-2296-4933-BAFF-5AD1405751E2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329015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0724BA-1883-BC47-B723-ED50C3C4D5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11234" y="1457315"/>
            <a:ext cx="4228525" cy="420779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0041AD-836B-B947-A170-BBD3911993C9}"/>
              </a:ext>
            </a:extLst>
          </p:cNvPr>
          <p:cNvSpPr/>
          <p:nvPr/>
        </p:nvSpPr>
        <p:spPr>
          <a:xfrm>
            <a:off x="8319021" y="3332946"/>
            <a:ext cx="14510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Reflecting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숙고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B1E4F-4A1B-994C-A469-4DFB588A9EB8}"/>
              </a:ext>
            </a:extLst>
          </p:cNvPr>
          <p:cNvSpPr/>
          <p:nvPr/>
        </p:nvSpPr>
        <p:spPr>
          <a:xfrm>
            <a:off x="2364496" y="3288470"/>
            <a:ext cx="1432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Acting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행동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11" name="원형 33">
            <a:extLst>
              <a:ext uri="{FF2B5EF4-FFF2-40B4-BE49-F238E27FC236}">
                <a16:creationId xmlns:a16="http://schemas.microsoft.com/office/drawing/2014/main" id="{314CA93E-3432-4EAB-8D62-82622FDCB27D}"/>
              </a:ext>
            </a:extLst>
          </p:cNvPr>
          <p:cNvSpPr/>
          <p:nvPr/>
        </p:nvSpPr>
        <p:spPr bwMode="auto">
          <a:xfrm rot="5400000">
            <a:off x="4310810" y="1733420"/>
            <a:ext cx="3622532" cy="3645837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3C2D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3C0C20B3-3527-44A0-9B02-DB89791DF9E6}"/>
              </a:ext>
            </a:extLst>
          </p:cNvPr>
          <p:cNvSpPr/>
          <p:nvPr/>
        </p:nvSpPr>
        <p:spPr>
          <a:xfrm>
            <a:off x="6143574" y="2559967"/>
            <a:ext cx="156891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왜 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</p:txBody>
      </p:sp>
      <p:sp>
        <p:nvSpPr>
          <p:cNvPr id="13" name="원형 34">
            <a:extLst>
              <a:ext uri="{FF2B5EF4-FFF2-40B4-BE49-F238E27FC236}">
                <a16:creationId xmlns:a16="http://schemas.microsoft.com/office/drawing/2014/main" id="{349B031C-41DF-46D3-997C-3DF7A0BA3AF5}"/>
              </a:ext>
            </a:extLst>
          </p:cNvPr>
          <p:cNvSpPr/>
          <p:nvPr/>
        </p:nvSpPr>
        <p:spPr bwMode="auto">
          <a:xfrm rot="10800000">
            <a:off x="4299157" y="1745072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70C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5" name="원형 35">
            <a:extLst>
              <a:ext uri="{FF2B5EF4-FFF2-40B4-BE49-F238E27FC236}">
                <a16:creationId xmlns:a16="http://schemas.microsoft.com/office/drawing/2014/main" id="{0750D584-05BD-4ADC-A630-3210D4912AFA}"/>
              </a:ext>
            </a:extLst>
          </p:cNvPr>
          <p:cNvSpPr/>
          <p:nvPr/>
        </p:nvSpPr>
        <p:spPr bwMode="auto">
          <a:xfrm rot="16200000">
            <a:off x="4260012" y="1746117"/>
            <a:ext cx="3622529" cy="3645838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B05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8" name="원형 32">
            <a:extLst>
              <a:ext uri="{FF2B5EF4-FFF2-40B4-BE49-F238E27FC236}">
                <a16:creationId xmlns:a16="http://schemas.microsoft.com/office/drawing/2014/main" id="{34E7B4A6-FE11-4697-B9B9-FACFBA5A5E4B}"/>
              </a:ext>
            </a:extLst>
          </p:cNvPr>
          <p:cNvSpPr/>
          <p:nvPr/>
        </p:nvSpPr>
        <p:spPr bwMode="auto">
          <a:xfrm>
            <a:off x="4248358" y="1745072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C0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863C9BD9-CC92-4375-9E85-200743E5697D}"/>
              </a:ext>
            </a:extLst>
          </p:cNvPr>
          <p:cNvSpPr/>
          <p:nvPr/>
        </p:nvSpPr>
        <p:spPr>
          <a:xfrm>
            <a:off x="5548414" y="905307"/>
            <a:ext cx="10951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Feeling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느낌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3F0970B4-B90C-4607-8949-D713F2C961E0}"/>
              </a:ext>
            </a:extLst>
          </p:cNvPr>
          <p:cNvSpPr/>
          <p:nvPr/>
        </p:nvSpPr>
        <p:spPr>
          <a:xfrm>
            <a:off x="5467464" y="5817171"/>
            <a:ext cx="12570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Thinking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생각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id="{6C9215B5-E7C2-4287-9113-5C518CA9334B}"/>
              </a:ext>
            </a:extLst>
          </p:cNvPr>
          <p:cNvSpPr/>
          <p:nvPr/>
        </p:nvSpPr>
        <p:spPr>
          <a:xfrm>
            <a:off x="6188042" y="4032794"/>
            <a:ext cx="156891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뭘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2D88FB59-662B-4EFA-B0EE-70AA16A87DEC}"/>
              </a:ext>
            </a:extLst>
          </p:cNvPr>
          <p:cNvSpPr/>
          <p:nvPr/>
        </p:nvSpPr>
        <p:spPr>
          <a:xfrm>
            <a:off x="4479516" y="4032794"/>
            <a:ext cx="156891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4B29A77F-2A32-4AEE-A996-6091C1F8BF33}"/>
              </a:ext>
            </a:extLst>
          </p:cNvPr>
          <p:cNvSpPr/>
          <p:nvPr/>
        </p:nvSpPr>
        <p:spPr>
          <a:xfrm>
            <a:off x="4502363" y="2559967"/>
            <a:ext cx="156891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만약에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4476225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0724BA-1883-BC47-B723-ED50C3C4D5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11234" y="1457315"/>
            <a:ext cx="4228525" cy="420779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0041AD-836B-B947-A170-BBD3911993C9}"/>
              </a:ext>
            </a:extLst>
          </p:cNvPr>
          <p:cNvSpPr/>
          <p:nvPr/>
        </p:nvSpPr>
        <p:spPr>
          <a:xfrm>
            <a:off x="8319021" y="3332946"/>
            <a:ext cx="14510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Reflecting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숙고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B1E4F-4A1B-994C-A469-4DFB588A9EB8}"/>
              </a:ext>
            </a:extLst>
          </p:cNvPr>
          <p:cNvSpPr/>
          <p:nvPr/>
        </p:nvSpPr>
        <p:spPr>
          <a:xfrm>
            <a:off x="2364496" y="3288470"/>
            <a:ext cx="1432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Acting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행동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11" name="원형 33">
            <a:extLst>
              <a:ext uri="{FF2B5EF4-FFF2-40B4-BE49-F238E27FC236}">
                <a16:creationId xmlns:a16="http://schemas.microsoft.com/office/drawing/2014/main" id="{314CA93E-3432-4EAB-8D62-82622FDCB27D}"/>
              </a:ext>
            </a:extLst>
          </p:cNvPr>
          <p:cNvSpPr/>
          <p:nvPr/>
        </p:nvSpPr>
        <p:spPr bwMode="auto">
          <a:xfrm rot="5400000">
            <a:off x="4310810" y="1733420"/>
            <a:ext cx="3622532" cy="3645837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3C2D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3C0C20B3-3527-44A0-9B02-DB89791DF9E6}"/>
              </a:ext>
            </a:extLst>
          </p:cNvPr>
          <p:cNvSpPr/>
          <p:nvPr/>
        </p:nvSpPr>
        <p:spPr>
          <a:xfrm>
            <a:off x="6126015" y="2427880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왜 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13" name="원형 34">
            <a:extLst>
              <a:ext uri="{FF2B5EF4-FFF2-40B4-BE49-F238E27FC236}">
                <a16:creationId xmlns:a16="http://schemas.microsoft.com/office/drawing/2014/main" id="{349B031C-41DF-46D3-997C-3DF7A0BA3AF5}"/>
              </a:ext>
            </a:extLst>
          </p:cNvPr>
          <p:cNvSpPr/>
          <p:nvPr/>
        </p:nvSpPr>
        <p:spPr bwMode="auto">
          <a:xfrm rot="10800000">
            <a:off x="4299157" y="1745072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70C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5" name="원형 35">
            <a:extLst>
              <a:ext uri="{FF2B5EF4-FFF2-40B4-BE49-F238E27FC236}">
                <a16:creationId xmlns:a16="http://schemas.microsoft.com/office/drawing/2014/main" id="{0750D584-05BD-4ADC-A630-3210D4912AFA}"/>
              </a:ext>
            </a:extLst>
          </p:cNvPr>
          <p:cNvSpPr/>
          <p:nvPr/>
        </p:nvSpPr>
        <p:spPr bwMode="auto">
          <a:xfrm rot="16200000">
            <a:off x="4260012" y="1746117"/>
            <a:ext cx="3622529" cy="3645838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00B05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8" name="원형 32">
            <a:extLst>
              <a:ext uri="{FF2B5EF4-FFF2-40B4-BE49-F238E27FC236}">
                <a16:creationId xmlns:a16="http://schemas.microsoft.com/office/drawing/2014/main" id="{34E7B4A6-FE11-4697-B9B9-FACFBA5A5E4B}"/>
              </a:ext>
            </a:extLst>
          </p:cNvPr>
          <p:cNvSpPr/>
          <p:nvPr/>
        </p:nvSpPr>
        <p:spPr bwMode="auto">
          <a:xfrm>
            <a:off x="4248358" y="1745072"/>
            <a:ext cx="3645837" cy="3622530"/>
          </a:xfrm>
          <a:prstGeom prst="pie">
            <a:avLst>
              <a:gd name="adj1" fmla="val 10810976"/>
              <a:gd name="adj2" fmla="val 16200000"/>
            </a:avLst>
          </a:prstGeom>
          <a:solidFill>
            <a:srgbClr val="FFC000"/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defRPr/>
            </a:pPr>
            <a:endParaRPr lang="ko-KR" altLang="en-US" sz="1867" dirty="0"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863C9BD9-CC92-4375-9E85-200743E5697D}"/>
              </a:ext>
            </a:extLst>
          </p:cNvPr>
          <p:cNvSpPr/>
          <p:nvPr/>
        </p:nvSpPr>
        <p:spPr>
          <a:xfrm>
            <a:off x="5548414" y="905307"/>
            <a:ext cx="10951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Feeling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느낌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3F0970B4-B90C-4607-8949-D713F2C961E0}"/>
              </a:ext>
            </a:extLst>
          </p:cNvPr>
          <p:cNvSpPr/>
          <p:nvPr/>
        </p:nvSpPr>
        <p:spPr>
          <a:xfrm>
            <a:off x="5467464" y="5817171"/>
            <a:ext cx="12570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G마켓 산스 Medium" panose="02000000000000000000" pitchFamily="50" charset="-127"/>
              </a:rPr>
              <a:t>Thinking</a:t>
            </a:r>
          </a:p>
          <a:p>
            <a:pPr algn="ctr"/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생각</a:t>
            </a:r>
            <a:r>
              <a:rPr lang="en-US" altLang="ko-KR" dirty="0">
                <a:solidFill>
                  <a:srgbClr val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dirty="0">
              <a:solidFill>
                <a:srgbClr val="000000"/>
              </a:solidFill>
              <a:latin typeface="G마켓 산스 Medium" panose="020000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EEEF12-6D32-4BC7-86E8-104506E13254}"/>
              </a:ext>
            </a:extLst>
          </p:cNvPr>
          <p:cNvSpPr txBox="1"/>
          <p:nvPr/>
        </p:nvSpPr>
        <p:spPr>
          <a:xfrm>
            <a:off x="1383936" y="165937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4MAT Cycle</a:t>
            </a:r>
          </a:p>
          <a:p>
            <a:pPr defTabSz="457200" latinLnBrk="0">
              <a:defRPr/>
            </a:pP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r>
              <a:rPr lang="ko-KR" altLang="en-US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 사이클</a:t>
            </a: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24" name="직선 연결선 39">
            <a:extLst>
              <a:ext uri="{FF2B5EF4-FFF2-40B4-BE49-F238E27FC236}">
                <a16:creationId xmlns:a16="http://schemas.microsoft.com/office/drawing/2014/main" id="{676F9FF0-EF10-469C-A061-284C80D7DB0E}"/>
              </a:ext>
            </a:extLst>
          </p:cNvPr>
          <p:cNvCxnSpPr>
            <a:cxnSpLocks/>
          </p:cNvCxnSpPr>
          <p:nvPr/>
        </p:nvCxnSpPr>
        <p:spPr>
          <a:xfrm>
            <a:off x="1383935" y="750712"/>
            <a:ext cx="26272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4">
            <a:extLst>
              <a:ext uri="{FF2B5EF4-FFF2-40B4-BE49-F238E27FC236}">
                <a16:creationId xmlns:a16="http://schemas.microsoft.com/office/drawing/2014/main" id="{6C9215B5-E7C2-4287-9113-5C518CA9334B}"/>
              </a:ext>
            </a:extLst>
          </p:cNvPr>
          <p:cNvSpPr/>
          <p:nvPr/>
        </p:nvSpPr>
        <p:spPr>
          <a:xfrm>
            <a:off x="6126015" y="3829663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뭘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2D88FB59-662B-4EFA-B0EE-70AA16A87DEC}"/>
              </a:ext>
            </a:extLst>
          </p:cNvPr>
          <p:cNvSpPr/>
          <p:nvPr/>
        </p:nvSpPr>
        <p:spPr>
          <a:xfrm>
            <a:off x="4479516" y="3829663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 </a:t>
            </a:r>
            <a:r>
              <a:rPr lang="ko-KR" altLang="en-US" sz="2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해야하나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4B29A77F-2A32-4AEE-A996-6091C1F8BF33}"/>
              </a:ext>
            </a:extLst>
          </p:cNvPr>
          <p:cNvSpPr/>
          <p:nvPr/>
        </p:nvSpPr>
        <p:spPr>
          <a:xfrm>
            <a:off x="4479516" y="2427880"/>
            <a:ext cx="156891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하고 나면</a:t>
            </a:r>
            <a:endParaRPr lang="en-US" altLang="ko-KR" sz="2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  <a:cs typeface="ChosunilboNM" panose="02030304000000000000" pitchFamily="18" charset="-128"/>
            </a:endParaRPr>
          </a:p>
          <a:p>
            <a:pPr algn="ctr">
              <a:lnSpc>
                <a:spcPct val="120000"/>
              </a:lnSpc>
            </a:pPr>
            <a:r>
              <a:rPr lang="ko-KR" altLang="en-US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어떻게 되나</a:t>
            </a:r>
            <a:r>
              <a:rPr lang="en-US" altLang="ko-KR" sz="2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  <a:cs typeface="ChosunilboNM" panose="02030304000000000000" pitchFamily="18" charset="-128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B345E8-028F-4C5E-B23F-3287EBC41C30}"/>
              </a:ext>
            </a:extLst>
          </p:cNvPr>
          <p:cNvSpPr txBox="1"/>
          <p:nvPr/>
        </p:nvSpPr>
        <p:spPr>
          <a:xfrm>
            <a:off x="7694927" y="1447564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기획취지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 algn="ctr"/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제안배경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lvl="0" algn="ctr"/>
            <a:r>
              <a:rPr lang="ko-KR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보고목적</a:t>
            </a:r>
            <a:endParaRPr lang="en-KR" altLang="ko-KR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3D0FB5-0C77-42E3-ACBA-D3327ED78423}"/>
              </a:ext>
            </a:extLst>
          </p:cNvPr>
          <p:cNvSpPr txBox="1"/>
          <p:nvPr/>
        </p:nvSpPr>
        <p:spPr>
          <a:xfrm>
            <a:off x="7694927" y="4586677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기획내용</a:t>
            </a:r>
            <a:endParaRPr lang="en-KR" altLang="ko-KR" kern="0" dirty="0">
              <a:solidFill>
                <a:sysClr val="windowText" lastClr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제안계획</a:t>
            </a:r>
            <a:endParaRPr lang="en-KR" altLang="ko-KR" kern="0" dirty="0">
              <a:solidFill>
                <a:sysClr val="windowText" lastClr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보고목표</a:t>
            </a:r>
            <a:endParaRPr lang="en-KR" altLang="ko-KR" kern="0" dirty="0">
              <a:solidFill>
                <a:sysClr val="windowText" lastClr="00000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3D891-F0FE-43C0-A8C3-0E0D7CC70BF1}"/>
              </a:ext>
            </a:extLst>
          </p:cNvPr>
          <p:cNvSpPr txBox="1"/>
          <p:nvPr/>
        </p:nvSpPr>
        <p:spPr>
          <a:xfrm>
            <a:off x="3101400" y="1516362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기대효과</a:t>
            </a:r>
          </a:p>
          <a:p>
            <a:pPr lvl="0"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개선방향</a:t>
            </a:r>
          </a:p>
          <a:p>
            <a:pPr lvl="0" algn="ctr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신규사업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3FA35E-503D-41BB-B8E1-C84E55DEDF09}"/>
              </a:ext>
            </a:extLst>
          </p:cNvPr>
          <p:cNvSpPr txBox="1"/>
          <p:nvPr/>
        </p:nvSpPr>
        <p:spPr>
          <a:xfrm>
            <a:off x="3101400" y="4655475"/>
            <a:ext cx="1287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실행방안</a:t>
            </a: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조직운영</a:t>
            </a:r>
          </a:p>
          <a:p>
            <a:pPr algn="ctr" latinLnBrk="0">
              <a:defRPr/>
            </a:pPr>
            <a:r>
              <a:rPr lang="ko-KR" altLang="en-US" kern="0" dirty="0">
                <a:solidFill>
                  <a:sysClr val="windowText" lastClr="00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자원배분</a:t>
            </a:r>
          </a:p>
        </p:txBody>
      </p:sp>
    </p:spTree>
    <p:extLst>
      <p:ext uri="{BB962C8B-B14F-4D97-AF65-F5344CB8AC3E}">
        <p14:creationId xmlns:p14="http://schemas.microsoft.com/office/powerpoint/2010/main" val="1167579534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193254-1D4C-1920-409B-BB086C9E11A2}"/>
              </a:ext>
            </a:extLst>
          </p:cNvPr>
          <p:cNvSpPr/>
          <p:nvPr/>
        </p:nvSpPr>
        <p:spPr>
          <a:xfrm>
            <a:off x="1482858" y="132713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안건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(solution)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이것을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해보려고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결론부터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과장들의 </a:t>
            </a:r>
            <a:b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역량 강화를 위해 </a:t>
            </a:r>
            <a:b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것을 </a:t>
            </a:r>
            <a:b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해보려고 합니다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  <a:b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아이디어를 제안합니다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.)</a:t>
            </a:r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A259A2-C098-8D1A-B5E7-F4DAC3002553}"/>
              </a:ext>
            </a:extLst>
          </p:cNvPr>
          <p:cNvSpPr/>
          <p:nvPr/>
        </p:nvSpPr>
        <p:spPr>
          <a:xfrm>
            <a:off x="3314778" y="132713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 배경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(WHY)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상황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문제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원인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 있는데요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누구를 위해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구체적으로 어떤 타겟을 위한 것인가요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?)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대상들은 이것을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왜 해야 하나요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어떤 의미가 있나요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C19E19-F78B-74C3-5179-DA1DA613CDE6}"/>
              </a:ext>
            </a:extLst>
          </p:cNvPr>
          <p:cNvSpPr/>
          <p:nvPr/>
        </p:nvSpPr>
        <p:spPr>
          <a:xfrm>
            <a:off x="5146698" y="1327131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 내용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(WHAT)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이렇게 해보면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어떨까요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구체적으로 그래서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무엇을 해야 할까요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아이디어를 </a:t>
            </a:r>
            <a:b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한 마디로 하면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3614A5-2AAA-C560-7F83-8EB9BFC96413}"/>
              </a:ext>
            </a:extLst>
          </p:cNvPr>
          <p:cNvSpPr/>
          <p:nvPr/>
        </p:nvSpPr>
        <p:spPr>
          <a:xfrm>
            <a:off x="6978618" y="132712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실행방안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(HOW)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방식으로 실행해보면 될 것 같아요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담당은 누가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무엇을 구체적으로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언제 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전체 일정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장소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어떤 방식으로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어려움 어떻게 극복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9498F7-D225-5734-517D-7A5CBA0D390A}"/>
              </a:ext>
            </a:extLst>
          </p:cNvPr>
          <p:cNvSpPr/>
          <p:nvPr/>
        </p:nvSpPr>
        <p:spPr>
          <a:xfrm>
            <a:off x="8810536" y="132712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기대효과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(IF)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이렇게 하고 나면 이렇게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될 것 같습니다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기대하는 효과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어떤 가능성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B45477FA-BB6C-2F32-FE2D-1857B20C694E}"/>
              </a:ext>
            </a:extLst>
          </p:cNvPr>
          <p:cNvSpPr/>
          <p:nvPr/>
        </p:nvSpPr>
        <p:spPr>
          <a:xfrm rot="5400000">
            <a:off x="3136090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345FFAE5-C7B5-3CA7-2A1A-7D45E7EB918F}"/>
              </a:ext>
            </a:extLst>
          </p:cNvPr>
          <p:cNvSpPr/>
          <p:nvPr/>
        </p:nvSpPr>
        <p:spPr>
          <a:xfrm rot="5400000">
            <a:off x="4969524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3C2528B7-250E-88BC-7959-395B7691ADBF}"/>
              </a:ext>
            </a:extLst>
          </p:cNvPr>
          <p:cNvSpPr/>
          <p:nvPr/>
        </p:nvSpPr>
        <p:spPr>
          <a:xfrm rot="5400000">
            <a:off x="6802958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A179FB6A-58A5-025C-54BA-3E6211688A54}"/>
              </a:ext>
            </a:extLst>
          </p:cNvPr>
          <p:cNvSpPr/>
          <p:nvPr/>
        </p:nvSpPr>
        <p:spPr>
          <a:xfrm rot="5400000">
            <a:off x="8636392" y="3278810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80813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55E94-CDA7-424D-9B8F-5189CB5156CE}"/>
              </a:ext>
            </a:extLst>
          </p:cNvPr>
          <p:cNvSpPr txBox="1"/>
          <p:nvPr/>
        </p:nvSpPr>
        <p:spPr>
          <a:xfrm>
            <a:off x="1383936" y="165937"/>
            <a:ext cx="523572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설득력을 높이는 연상</a:t>
            </a:r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KIT 6</a:t>
            </a: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3" name="직선 연결선 39">
            <a:extLst>
              <a:ext uri="{FF2B5EF4-FFF2-40B4-BE49-F238E27FC236}">
                <a16:creationId xmlns:a16="http://schemas.microsoft.com/office/drawing/2014/main" id="{A7361518-32BA-4A21-8A08-E483ECE24B95}"/>
              </a:ext>
            </a:extLst>
          </p:cNvPr>
          <p:cNvCxnSpPr>
            <a:cxnSpLocks/>
          </p:cNvCxnSpPr>
          <p:nvPr/>
        </p:nvCxnSpPr>
        <p:spPr>
          <a:xfrm>
            <a:off x="1383936" y="750712"/>
            <a:ext cx="50778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C17B69EF-1246-4564-B8B6-37F04E2A80AD}"/>
              </a:ext>
            </a:extLst>
          </p:cNvPr>
          <p:cNvGrpSpPr/>
          <p:nvPr/>
        </p:nvGrpSpPr>
        <p:grpSpPr>
          <a:xfrm>
            <a:off x="3186005" y="2088629"/>
            <a:ext cx="5870596" cy="3183359"/>
            <a:chOff x="2043005" y="1974326"/>
            <a:chExt cx="5870596" cy="318335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AC8415F-5FC3-4BD3-AB24-33CCF3437DA8}"/>
                </a:ext>
              </a:extLst>
            </p:cNvPr>
            <p:cNvSpPr/>
            <p:nvPr/>
          </p:nvSpPr>
          <p:spPr>
            <a:xfrm>
              <a:off x="2043005" y="1974326"/>
              <a:ext cx="1319649" cy="129653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1.</a:t>
              </a: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 </a:t>
              </a:r>
              <a:endParaRPr lang="en-US" altLang="ko-KR" sz="2000" dirty="0"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숫자</a:t>
              </a: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/</a:t>
              </a: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통계</a:t>
              </a:r>
              <a:endParaRPr lang="ko-KR" altLang="en-US" sz="2000" dirty="0">
                <a:solidFill>
                  <a:srgbClr val="00206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70D64B0-0AFC-43B7-9EC2-C0A1C50F1CCA}"/>
                </a:ext>
              </a:extLst>
            </p:cNvPr>
            <p:cNvSpPr/>
            <p:nvPr/>
          </p:nvSpPr>
          <p:spPr>
            <a:xfrm>
              <a:off x="4307010" y="1990336"/>
              <a:ext cx="1319649" cy="129653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2.</a:t>
              </a:r>
            </a:p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비유</a:t>
              </a:r>
              <a:endParaRPr lang="ko-KR" altLang="en-US" sz="2000" dirty="0">
                <a:solidFill>
                  <a:srgbClr val="002060"/>
                </a:solidFill>
                <a:latin typeface="G마켓 산스 Light" panose="02000000000000000000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63C5194-A052-49C9-9BC3-6B716580FABE}"/>
                </a:ext>
              </a:extLst>
            </p:cNvPr>
            <p:cNvSpPr/>
            <p:nvPr/>
          </p:nvSpPr>
          <p:spPr>
            <a:xfrm>
              <a:off x="6571016" y="1990336"/>
              <a:ext cx="1319649" cy="129653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3.</a:t>
              </a:r>
            </a:p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비교</a:t>
              </a:r>
              <a:endParaRPr lang="ko-KR" altLang="en-US" sz="2000" dirty="0">
                <a:solidFill>
                  <a:srgbClr val="002060"/>
                </a:solidFill>
                <a:latin typeface="G마켓 산스 Light" panose="02000000000000000000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8C158DE-F29A-4EF8-B3B2-223E69EBC77A}"/>
                </a:ext>
              </a:extLst>
            </p:cNvPr>
            <p:cNvSpPr/>
            <p:nvPr/>
          </p:nvSpPr>
          <p:spPr>
            <a:xfrm>
              <a:off x="2065941" y="3845137"/>
              <a:ext cx="1319649" cy="129653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4. </a:t>
              </a:r>
            </a:p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사건</a:t>
              </a: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/</a:t>
              </a: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사례</a:t>
              </a:r>
              <a:endParaRPr lang="ko-KR" altLang="en-US" sz="2000" dirty="0">
                <a:solidFill>
                  <a:srgbClr val="00206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5CB418A-FBF7-4A43-A553-DA357A2FD91F}"/>
                </a:ext>
              </a:extLst>
            </p:cNvPr>
            <p:cNvSpPr/>
            <p:nvPr/>
          </p:nvSpPr>
          <p:spPr>
            <a:xfrm>
              <a:off x="4329946" y="3861147"/>
              <a:ext cx="1319649" cy="129653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5.</a:t>
              </a:r>
            </a:p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인물</a:t>
              </a: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/</a:t>
              </a: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인용</a:t>
              </a:r>
              <a:endParaRPr lang="ko-KR" altLang="en-US" sz="2000" dirty="0">
                <a:solidFill>
                  <a:srgbClr val="002060"/>
                </a:solidFill>
                <a:latin typeface="G마켓 산스 Light" panose="02000000000000000000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814D426-C889-4656-BB8E-ADD04D91BAE2}"/>
                </a:ext>
              </a:extLst>
            </p:cNvPr>
            <p:cNvSpPr/>
            <p:nvPr/>
          </p:nvSpPr>
          <p:spPr>
            <a:xfrm>
              <a:off x="6593952" y="3861147"/>
              <a:ext cx="1319649" cy="1296538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6.</a:t>
              </a:r>
            </a:p>
            <a:p>
              <a:pPr algn="ctr" defTabSz="10668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dirty="0">
                  <a:solidFill>
                    <a:srgbClr val="00206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언어유희</a:t>
              </a:r>
              <a:endParaRPr lang="ko-KR" altLang="en-US" sz="2000" dirty="0">
                <a:solidFill>
                  <a:srgbClr val="002060"/>
                </a:solidFill>
                <a:latin typeface="G마켓 산스 Light" panose="02000000000000000000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9295386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0BF895D-84BB-E848-916B-A4FFF30E80C5}"/>
              </a:ext>
            </a:extLst>
          </p:cNvPr>
          <p:cNvGrpSpPr/>
          <p:nvPr/>
        </p:nvGrpSpPr>
        <p:grpSpPr>
          <a:xfrm>
            <a:off x="1383935" y="165937"/>
            <a:ext cx="5139548" cy="861774"/>
            <a:chOff x="240935" y="165937"/>
            <a:chExt cx="5139548" cy="86177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7655E94-CDA7-424D-9B8F-5189CB5156CE}"/>
                </a:ext>
              </a:extLst>
            </p:cNvPr>
            <p:cNvSpPr txBox="1"/>
            <p:nvPr/>
          </p:nvSpPr>
          <p:spPr>
            <a:xfrm>
              <a:off x="240935" y="165937"/>
              <a:ext cx="513954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설득력을 높이는 연상</a:t>
              </a:r>
              <a:r>
                <a:rPr lang="en-US" altLang="ko-KR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KIT 6</a:t>
              </a:r>
              <a:endParaRPr lang="en-US" altLang="ko-KR" sz="1400" dirty="0">
                <a:solidFill>
                  <a:prstClr val="black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defTabSz="1219170">
                <a:defRPr/>
              </a:pPr>
              <a:endParaRPr lang="en-US" altLang="ko-KR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cxnSp>
          <p:nvCxnSpPr>
            <p:cNvPr id="3" name="직선 연결선 39">
              <a:extLst>
                <a:ext uri="{FF2B5EF4-FFF2-40B4-BE49-F238E27FC236}">
                  <a16:creationId xmlns:a16="http://schemas.microsoft.com/office/drawing/2014/main" id="{A7361518-32BA-4A21-8A08-E483ECE24B95}"/>
                </a:ext>
              </a:extLst>
            </p:cNvPr>
            <p:cNvCxnSpPr>
              <a:cxnSpLocks/>
            </p:cNvCxnSpPr>
            <p:nvPr/>
          </p:nvCxnSpPr>
          <p:spPr>
            <a:xfrm>
              <a:off x="240935" y="750712"/>
              <a:ext cx="47120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Diagram 4">
            <a:extLst>
              <a:ext uri="{FF2B5EF4-FFF2-40B4-BE49-F238E27FC236}">
                <a16:creationId xmlns:a16="http://schemas.microsoft.com/office/drawing/2014/main" id="{58996663-2A42-4DBE-98BC-F2B15664195F}"/>
              </a:ext>
            </a:extLst>
          </p:cNvPr>
          <p:cNvGraphicFramePr/>
          <p:nvPr/>
        </p:nvGraphicFramePr>
        <p:xfrm>
          <a:off x="1484679" y="861647"/>
          <a:ext cx="9236887" cy="47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02F564-4C05-46CF-81B8-E56FB5DB1D33}"/>
              </a:ext>
            </a:extLst>
          </p:cNvPr>
          <p:cNvGrpSpPr/>
          <p:nvPr/>
        </p:nvGrpSpPr>
        <p:grpSpPr>
          <a:xfrm>
            <a:off x="2116455" y="1943100"/>
            <a:ext cx="7992000" cy="4164188"/>
            <a:chOff x="973455" y="1943100"/>
            <a:chExt cx="7992000" cy="416418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CAA20FA-B135-46E1-A8C8-3111FDCCC779}"/>
                </a:ext>
              </a:extLst>
            </p:cNvPr>
            <p:cNvSpPr/>
            <p:nvPr/>
          </p:nvSpPr>
          <p:spPr>
            <a:xfrm>
              <a:off x="984885" y="1943100"/>
              <a:ext cx="7936230" cy="41641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75E207-CB66-1E4F-8A36-9C7817701FBE}"/>
                </a:ext>
              </a:extLst>
            </p:cNvPr>
            <p:cNvSpPr/>
            <p:nvPr/>
          </p:nvSpPr>
          <p:spPr>
            <a:xfrm>
              <a:off x="1252538" y="2031196"/>
              <a:ext cx="7400924" cy="40552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KR" altLang="en-KR" sz="2200" b="1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못말리는 한국인의 유튜브 사랑…4300만명이 한달 30시간 본다</a:t>
              </a: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KR" altLang="en-KR" sz="2200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오로라 기자</a:t>
              </a:r>
              <a:r>
                <a:rPr lang="ko-KR" altLang="en-US" sz="2200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 조선일보</a:t>
              </a:r>
              <a:r>
                <a:rPr lang="en-US" altLang="ko-KR" sz="2200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(</a:t>
              </a:r>
              <a:r>
                <a:rPr lang="en-KR" altLang="en-KR" sz="2200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2020.10.08 11:14</a:t>
              </a:r>
              <a:r>
                <a:rPr lang="en-US" altLang="ko-KR" sz="2200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)</a:t>
              </a:r>
              <a:endParaRPr lang="en-KR" altLang="en-KR" sz="22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조선일보명조" panose="02030304000000000000" pitchFamily="18" charset="-127"/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KR" altLang="en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조선일보명조" panose="02030304000000000000" pitchFamily="18" charset="-127"/>
              </a:endParaRPr>
            </a:p>
            <a:p>
              <a:pPr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KR" altLang="en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우리나라 </a:t>
              </a:r>
              <a:r>
                <a:rPr lang="en-KR" altLang="en-KR" dirty="0">
                  <a:highlight>
                    <a:srgbClr val="FFFF00"/>
                  </a:highlight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국민 83%가 한 달에 평균 30시간 정도를 유튜브 시청에 사용하고 있는 것으로 </a:t>
              </a:r>
              <a:r>
                <a:rPr lang="en-KR" altLang="en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나타났다.</a:t>
              </a:r>
              <a:r>
                <a: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(</a:t>
              </a:r>
              <a:r>
                <a:rPr lang="ko-KR" altLang="en-US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중략</a:t>
              </a:r>
              <a:r>
                <a:rPr lang="en-US" altLang="ko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)</a:t>
              </a:r>
              <a:r>
                <a:rPr lang="ko-KR" altLang="en-US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 </a:t>
              </a:r>
              <a:r>
                <a:rPr lang="en-KR" altLang="en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이 자료에 따르면 지난 9월 한달간 국내 유튜브 앱 사용자 수는 4319만 명에 달한다. 국민 한 명당 스마트폰 한대를 갖고 있다고 가정할 경우, </a:t>
              </a:r>
              <a:r>
                <a:rPr lang="en-KR" altLang="en-KR" dirty="0">
                  <a:highlight>
                    <a:srgbClr val="FFFF00"/>
                  </a:highlight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대한민국 전체 인구(5178만명)의 83%가 유튜브를 보고 있다는 뜻으로 </a:t>
              </a:r>
              <a:r>
                <a:rPr lang="en-KR" altLang="en-KR" dirty="0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조선일보명조" panose="02030304000000000000" pitchFamily="18" charset="-127"/>
                </a:rPr>
                <a:t>풀이된다.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76FC547-A17F-4F24-9778-28203419CD86}"/>
                </a:ext>
              </a:extLst>
            </p:cNvPr>
            <p:cNvCxnSpPr>
              <a:cxnSpLocks/>
            </p:cNvCxnSpPr>
            <p:nvPr/>
          </p:nvCxnSpPr>
          <p:spPr>
            <a:xfrm>
              <a:off x="973455" y="6099224"/>
              <a:ext cx="7992000" cy="0"/>
            </a:xfrm>
            <a:prstGeom prst="line">
              <a:avLst/>
            </a:prstGeom>
            <a:ln w="38100">
              <a:solidFill>
                <a:srgbClr val="F2F2F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7871355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55E94-CDA7-424D-9B8F-5189CB5156CE}"/>
              </a:ext>
            </a:extLst>
          </p:cNvPr>
          <p:cNvSpPr txBox="1"/>
          <p:nvPr/>
        </p:nvSpPr>
        <p:spPr>
          <a:xfrm>
            <a:off x="1383935" y="165937"/>
            <a:ext cx="513954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설득력을 높이는 연상</a:t>
            </a:r>
            <a:r>
              <a:rPr lang="en-US" altLang="ko-KR" sz="32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KIT 6</a:t>
            </a:r>
            <a:endParaRPr lang="en-US" altLang="ko-KR" sz="1400" dirty="0">
              <a:solidFill>
                <a:prstClr val="black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  <a:p>
            <a:pPr defTabSz="1219170">
              <a:defRPr/>
            </a:pPr>
            <a:endParaRPr lang="en-US" altLang="ko-KR" b="1" cap="all" dirty="0">
              <a:ln w="0"/>
              <a:solidFill>
                <a:prstClr val="black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3" name="직선 연결선 39">
            <a:extLst>
              <a:ext uri="{FF2B5EF4-FFF2-40B4-BE49-F238E27FC236}">
                <a16:creationId xmlns:a16="http://schemas.microsoft.com/office/drawing/2014/main" id="{A7361518-32BA-4A21-8A08-E483ECE24B95}"/>
              </a:ext>
            </a:extLst>
          </p:cNvPr>
          <p:cNvCxnSpPr>
            <a:cxnSpLocks/>
          </p:cNvCxnSpPr>
          <p:nvPr/>
        </p:nvCxnSpPr>
        <p:spPr>
          <a:xfrm>
            <a:off x="1383936" y="750712"/>
            <a:ext cx="4712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D6277CA-94EF-384E-8780-3A0D84C16093}"/>
              </a:ext>
            </a:extLst>
          </p:cNvPr>
          <p:cNvSpPr/>
          <p:nvPr/>
        </p:nvSpPr>
        <p:spPr>
          <a:xfrm>
            <a:off x="7870179" y="2436564"/>
            <a:ext cx="1949689" cy="3354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은유</a:t>
            </a:r>
            <a:endParaRPr lang="en-US" altLang="ko-KR" sz="2400" b="1" cap="all" dirty="0">
              <a:ln w="0"/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대유</a:t>
            </a:r>
            <a:endParaRPr lang="en-US" altLang="ko-KR" sz="2400" b="1" cap="all" dirty="0">
              <a:ln w="0"/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환유</a:t>
            </a:r>
            <a:endParaRPr lang="en-US" altLang="ko-KR" sz="2400" b="1" cap="all" dirty="0">
              <a:ln w="0"/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풍유</a:t>
            </a:r>
            <a:endParaRPr lang="en-US" altLang="ko-KR" sz="2400" b="1" cap="all" dirty="0">
              <a:ln w="0"/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 err="1">
                <a:ln w="0"/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활유</a:t>
            </a:r>
            <a:endParaRPr lang="en-US" altLang="ko-KR" sz="2400" b="1" cap="all" dirty="0">
              <a:ln w="0"/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solidFill>
                  <a:srgbClr val="00206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직유</a:t>
            </a:r>
            <a:endParaRPr lang="en-US" altLang="ko-KR" sz="2400" b="1" cap="all" dirty="0">
              <a:ln w="0"/>
              <a:solidFill>
                <a:srgbClr val="002060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969467-3F0A-9548-B332-8D616B724646}"/>
              </a:ext>
            </a:extLst>
          </p:cNvPr>
          <p:cNvSpPr/>
          <p:nvPr/>
        </p:nvSpPr>
        <p:spPr>
          <a:xfrm>
            <a:off x="2523043" y="2436564"/>
            <a:ext cx="5247417" cy="3354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오월은 계절의 여왕</a:t>
            </a:r>
            <a:r>
              <a:rPr lang="en-US" altLang="ko-KR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</a:t>
            </a: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물은 생명 </a:t>
            </a:r>
            <a:endParaRPr lang="en-US" altLang="ko-KR" sz="2400" b="1" cap="all" dirty="0">
              <a:ln w="0"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빵만으로 살 수 없다 </a:t>
            </a:r>
            <a:endParaRPr lang="en-US" altLang="ko-KR" sz="2400" b="1" cap="all" dirty="0">
              <a:ln w="0"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넥타이 부대</a:t>
            </a:r>
            <a:r>
              <a:rPr lang="en-US" altLang="ko-KR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직장인</a:t>
            </a:r>
            <a:r>
              <a:rPr lang="en-US" altLang="ko-KR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),</a:t>
            </a: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하이힐</a:t>
            </a:r>
            <a:r>
              <a:rPr lang="en-US" altLang="ko-KR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숙녀</a:t>
            </a:r>
            <a:r>
              <a:rPr lang="en-US" altLang="ko-KR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등잔 밑이 어둡다</a:t>
            </a:r>
            <a:endParaRPr lang="en-US" altLang="ko-KR" sz="2400" b="1" cap="all" dirty="0">
              <a:ln w="0"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냉장고가 숨을 쉰다</a:t>
            </a:r>
            <a:endParaRPr lang="en-US" altLang="ko-KR" sz="2400" b="1" cap="all" dirty="0">
              <a:ln w="0"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ko-KR" altLang="en-US" sz="2400" b="1" cap="all" dirty="0">
                <a:ln w="0"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쟁반같이 둥근 달</a:t>
            </a:r>
            <a:endParaRPr lang="en-US" altLang="ko-KR" sz="2400" b="1" cap="all" dirty="0">
              <a:ln w="0"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aphicFrame>
        <p:nvGraphicFramePr>
          <p:cNvPr id="10" name="Diagram 4">
            <a:extLst>
              <a:ext uri="{FF2B5EF4-FFF2-40B4-BE49-F238E27FC236}">
                <a16:creationId xmlns:a16="http://schemas.microsoft.com/office/drawing/2014/main" id="{46A7B61E-B3BB-42E1-88D4-6856629D9420}"/>
              </a:ext>
            </a:extLst>
          </p:cNvPr>
          <p:cNvGraphicFramePr/>
          <p:nvPr/>
        </p:nvGraphicFramePr>
        <p:xfrm>
          <a:off x="1484679" y="861647"/>
          <a:ext cx="9236887" cy="47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914966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A2E3979-A3B0-4384-9384-34AD758DE201}"/>
              </a:ext>
            </a:extLst>
          </p:cNvPr>
          <p:cNvGrpSpPr/>
          <p:nvPr/>
        </p:nvGrpSpPr>
        <p:grpSpPr>
          <a:xfrm>
            <a:off x="2336391" y="871321"/>
            <a:ext cx="7519218" cy="5379939"/>
            <a:chOff x="1091382" y="871320"/>
            <a:chExt cx="7519218" cy="5379939"/>
          </a:xfrm>
        </p:grpSpPr>
        <p:pic>
          <p:nvPicPr>
            <p:cNvPr id="5" name="Picture 4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8304A201-AA2C-6145-8B65-24F9A95DB6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91382" y="871320"/>
              <a:ext cx="4552332" cy="5379939"/>
            </a:xfrm>
            <a:prstGeom prst="rect">
              <a:avLst/>
            </a:prstGeom>
          </p:spPr>
        </p:pic>
        <p:pic>
          <p:nvPicPr>
            <p:cNvPr id="3" name="Picture 2" descr="Calendar&#10;&#10;Description automatically generated with medium confidence">
              <a:extLst>
                <a:ext uri="{FF2B5EF4-FFF2-40B4-BE49-F238E27FC236}">
                  <a16:creationId xmlns:a16="http://schemas.microsoft.com/office/drawing/2014/main" id="{CDB8483A-444E-0749-9677-A57B894498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80032" y="871321"/>
              <a:ext cx="2830568" cy="5376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7091577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8F196F1E-D82E-46FC-97B3-B7CEA588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831" y="1574801"/>
            <a:ext cx="4346505" cy="4763769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E88B80A4-C016-4286-B13B-26A21941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354" y="1574802"/>
            <a:ext cx="3673268" cy="476376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F7AFB02-0A15-734C-9535-49DFC057095B}"/>
              </a:ext>
            </a:extLst>
          </p:cNvPr>
          <p:cNvGrpSpPr/>
          <p:nvPr/>
        </p:nvGrpSpPr>
        <p:grpSpPr>
          <a:xfrm>
            <a:off x="1383935" y="165937"/>
            <a:ext cx="5139548" cy="861774"/>
            <a:chOff x="240935" y="165937"/>
            <a:chExt cx="5139548" cy="8617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23ED4E-0148-3C4F-9BAA-F9BAF60E9594}"/>
                </a:ext>
              </a:extLst>
            </p:cNvPr>
            <p:cNvSpPr txBox="1"/>
            <p:nvPr/>
          </p:nvSpPr>
          <p:spPr>
            <a:xfrm>
              <a:off x="240935" y="165937"/>
              <a:ext cx="513954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설득력을 높이는 연상</a:t>
              </a:r>
              <a:r>
                <a:rPr lang="en-US" altLang="ko-KR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KIT 6</a:t>
              </a:r>
              <a:endParaRPr lang="en-US" altLang="ko-KR" sz="1400" dirty="0">
                <a:solidFill>
                  <a:prstClr val="black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defTabSz="1219170">
                <a:defRPr/>
              </a:pPr>
              <a:endParaRPr lang="en-US" altLang="ko-KR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cxnSp>
          <p:nvCxnSpPr>
            <p:cNvPr id="11" name="직선 연결선 39">
              <a:extLst>
                <a:ext uri="{FF2B5EF4-FFF2-40B4-BE49-F238E27FC236}">
                  <a16:creationId xmlns:a16="http://schemas.microsoft.com/office/drawing/2014/main" id="{111A53D8-876B-E54A-9ADA-BE4CAFFE9FAF}"/>
                </a:ext>
              </a:extLst>
            </p:cNvPr>
            <p:cNvCxnSpPr>
              <a:cxnSpLocks/>
            </p:cNvCxnSpPr>
            <p:nvPr/>
          </p:nvCxnSpPr>
          <p:spPr>
            <a:xfrm>
              <a:off x="240935" y="750712"/>
              <a:ext cx="47120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Diagram 4">
            <a:extLst>
              <a:ext uri="{FF2B5EF4-FFF2-40B4-BE49-F238E27FC236}">
                <a16:creationId xmlns:a16="http://schemas.microsoft.com/office/drawing/2014/main" id="{A3C21CF7-3F38-4F3A-8A54-9DB6A88E6763}"/>
              </a:ext>
            </a:extLst>
          </p:cNvPr>
          <p:cNvGraphicFramePr/>
          <p:nvPr/>
        </p:nvGraphicFramePr>
        <p:xfrm>
          <a:off x="1484679" y="861647"/>
          <a:ext cx="9236887" cy="47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52717593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>
            <a:extLst>
              <a:ext uri="{FF2B5EF4-FFF2-40B4-BE49-F238E27FC236}">
                <a16:creationId xmlns:a16="http://schemas.microsoft.com/office/drawing/2014/main" id="{FDB10DCB-5ED9-42AF-B987-C5BA63552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52" y="1837581"/>
            <a:ext cx="5685451" cy="464676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B6BF0A4-1081-2147-8BC0-13A63B1A2466}"/>
              </a:ext>
            </a:extLst>
          </p:cNvPr>
          <p:cNvGrpSpPr/>
          <p:nvPr/>
        </p:nvGrpSpPr>
        <p:grpSpPr>
          <a:xfrm>
            <a:off x="1383935" y="165937"/>
            <a:ext cx="5139548" cy="861774"/>
            <a:chOff x="240935" y="165937"/>
            <a:chExt cx="5139548" cy="8617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A43776-2F2C-6A4D-AA1C-FB5C31305668}"/>
                </a:ext>
              </a:extLst>
            </p:cNvPr>
            <p:cNvSpPr txBox="1"/>
            <p:nvPr/>
          </p:nvSpPr>
          <p:spPr>
            <a:xfrm>
              <a:off x="240935" y="165937"/>
              <a:ext cx="513954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설득력을 높이는 연상</a:t>
              </a:r>
              <a:r>
                <a:rPr lang="en-US" altLang="ko-KR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KIT 6</a:t>
              </a:r>
              <a:endParaRPr lang="en-US" altLang="ko-KR" sz="1400" dirty="0">
                <a:solidFill>
                  <a:prstClr val="black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defTabSz="1219170">
                <a:defRPr/>
              </a:pPr>
              <a:endParaRPr lang="en-US" altLang="ko-KR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cxnSp>
          <p:nvCxnSpPr>
            <p:cNvPr id="9" name="직선 연결선 39">
              <a:extLst>
                <a:ext uri="{FF2B5EF4-FFF2-40B4-BE49-F238E27FC236}">
                  <a16:creationId xmlns:a16="http://schemas.microsoft.com/office/drawing/2014/main" id="{1743A4AA-E364-C244-BD4A-60CA76D31ABB}"/>
                </a:ext>
              </a:extLst>
            </p:cNvPr>
            <p:cNvCxnSpPr>
              <a:cxnSpLocks/>
            </p:cNvCxnSpPr>
            <p:nvPr/>
          </p:nvCxnSpPr>
          <p:spPr>
            <a:xfrm>
              <a:off x="240935" y="750712"/>
              <a:ext cx="47120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Diagram 4">
            <a:extLst>
              <a:ext uri="{FF2B5EF4-FFF2-40B4-BE49-F238E27FC236}">
                <a16:creationId xmlns:a16="http://schemas.microsoft.com/office/drawing/2014/main" id="{8377FD56-7E83-48A3-8B0B-95F9EB257A09}"/>
              </a:ext>
            </a:extLst>
          </p:cNvPr>
          <p:cNvGraphicFramePr/>
          <p:nvPr/>
        </p:nvGraphicFramePr>
        <p:xfrm>
          <a:off x="1484679" y="861647"/>
          <a:ext cx="9236887" cy="47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9551215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>
            <a:extLst>
              <a:ext uri="{FF2B5EF4-FFF2-40B4-BE49-F238E27FC236}">
                <a16:creationId xmlns:a16="http://schemas.microsoft.com/office/drawing/2014/main" id="{715F2781-CA21-4E7D-BC3B-B61012306EE6}"/>
              </a:ext>
            </a:extLst>
          </p:cNvPr>
          <p:cNvGrpSpPr/>
          <p:nvPr/>
        </p:nvGrpSpPr>
        <p:grpSpPr>
          <a:xfrm>
            <a:off x="2815343" y="1894196"/>
            <a:ext cx="6662058" cy="3938743"/>
            <a:chOff x="528782" y="1503321"/>
            <a:chExt cx="6662058" cy="3938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1AB8EA-53FD-4480-BA6A-278AB27B8946}"/>
                </a:ext>
              </a:extLst>
            </p:cNvPr>
            <p:cNvSpPr txBox="1"/>
            <p:nvPr/>
          </p:nvSpPr>
          <p:spPr>
            <a:xfrm>
              <a:off x="2220686" y="2536371"/>
              <a:ext cx="21948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한국의 스티브 잡스</a:t>
              </a:r>
              <a:endParaRPr lang="en-KR" dirty="0"/>
            </a:p>
          </p:txBody>
        </p:sp>
        <p:pic>
          <p:nvPicPr>
            <p:cNvPr id="7" name="Picture 9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111C39FC-D12A-4DB2-885C-898B1EA2C3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568"/>
            <a:stretch/>
          </p:blipFill>
          <p:spPr>
            <a:xfrm>
              <a:off x="528782" y="1503321"/>
              <a:ext cx="6662058" cy="3851358"/>
            </a:xfrm>
            <a:prstGeom prst="rect">
              <a:avLst/>
            </a:prstGeom>
          </p:spPr>
        </p:pic>
        <p:pic>
          <p:nvPicPr>
            <p:cNvPr id="9" name="Picture 3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3C3D71D9-2763-41B3-A79D-DAA356E4F2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782" y="2905703"/>
              <a:ext cx="6662058" cy="2536361"/>
            </a:xfrm>
            <a:prstGeom prst="rect">
              <a:avLst/>
            </a:prstGeom>
          </p:spPr>
        </p:pic>
        <p:pic>
          <p:nvPicPr>
            <p:cNvPr id="10" name="Picture 1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C464D42-7B81-4FAE-B5F3-359FC57C0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8543" y="4242964"/>
              <a:ext cx="6512297" cy="115540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4FDCC2-1C0C-904C-A0C0-D3C6C846F15F}"/>
              </a:ext>
            </a:extLst>
          </p:cNvPr>
          <p:cNvGrpSpPr/>
          <p:nvPr/>
        </p:nvGrpSpPr>
        <p:grpSpPr>
          <a:xfrm>
            <a:off x="1383935" y="165937"/>
            <a:ext cx="5139548" cy="861774"/>
            <a:chOff x="240935" y="165937"/>
            <a:chExt cx="5139548" cy="861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0F77A7-40EA-3342-A87C-6CFE3138D2A5}"/>
                </a:ext>
              </a:extLst>
            </p:cNvPr>
            <p:cNvSpPr txBox="1"/>
            <p:nvPr/>
          </p:nvSpPr>
          <p:spPr>
            <a:xfrm>
              <a:off x="240935" y="165937"/>
              <a:ext cx="513954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설득력을 높이는 연상</a:t>
              </a:r>
              <a:r>
                <a:rPr lang="en-US" altLang="ko-KR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KIT 6</a:t>
              </a:r>
              <a:endParaRPr lang="en-US" altLang="ko-KR" sz="1400" dirty="0">
                <a:solidFill>
                  <a:prstClr val="black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defTabSz="1219170">
                <a:defRPr/>
              </a:pPr>
              <a:endParaRPr lang="en-US" altLang="ko-KR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cxnSp>
          <p:nvCxnSpPr>
            <p:cNvPr id="14" name="직선 연결선 39">
              <a:extLst>
                <a:ext uri="{FF2B5EF4-FFF2-40B4-BE49-F238E27FC236}">
                  <a16:creationId xmlns:a16="http://schemas.microsoft.com/office/drawing/2014/main" id="{219628BF-56F1-2D4E-9B12-524BD5E82029}"/>
                </a:ext>
              </a:extLst>
            </p:cNvPr>
            <p:cNvCxnSpPr>
              <a:cxnSpLocks/>
            </p:cNvCxnSpPr>
            <p:nvPr/>
          </p:nvCxnSpPr>
          <p:spPr>
            <a:xfrm>
              <a:off x="240935" y="750712"/>
              <a:ext cx="47120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Diagram 4">
            <a:extLst>
              <a:ext uri="{FF2B5EF4-FFF2-40B4-BE49-F238E27FC236}">
                <a16:creationId xmlns:a16="http://schemas.microsoft.com/office/drawing/2014/main" id="{A4F31A0E-C2A7-48CF-9DB9-B7AE96DF5A29}"/>
              </a:ext>
            </a:extLst>
          </p:cNvPr>
          <p:cNvGraphicFramePr/>
          <p:nvPr/>
        </p:nvGraphicFramePr>
        <p:xfrm>
          <a:off x="1484679" y="861647"/>
          <a:ext cx="9236887" cy="47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98238789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5">
            <a:extLst>
              <a:ext uri="{FF2B5EF4-FFF2-40B4-BE49-F238E27FC236}">
                <a16:creationId xmlns:a16="http://schemas.microsoft.com/office/drawing/2014/main" id="{07418ABC-95BD-4A48-8E3F-3BBBA18093C3}"/>
              </a:ext>
            </a:extLst>
          </p:cNvPr>
          <p:cNvGrpSpPr/>
          <p:nvPr/>
        </p:nvGrpSpPr>
        <p:grpSpPr>
          <a:xfrm>
            <a:off x="1785402" y="1674701"/>
            <a:ext cx="8621197" cy="4631045"/>
            <a:chOff x="485903" y="1464829"/>
            <a:chExt cx="6447727" cy="3298826"/>
          </a:xfrm>
        </p:grpSpPr>
        <p:pic>
          <p:nvPicPr>
            <p:cNvPr id="12" name="Picture 15" descr="Text&#10;&#10;Description automatically generated">
              <a:extLst>
                <a:ext uri="{FF2B5EF4-FFF2-40B4-BE49-F238E27FC236}">
                  <a16:creationId xmlns:a16="http://schemas.microsoft.com/office/drawing/2014/main" id="{81920CFC-9787-45DF-A3BF-9157235BB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28675" y="1464829"/>
              <a:ext cx="2704955" cy="3280294"/>
            </a:xfrm>
            <a:prstGeom prst="rect">
              <a:avLst/>
            </a:prstGeom>
          </p:spPr>
        </p:pic>
        <p:pic>
          <p:nvPicPr>
            <p:cNvPr id="13" name="Picture 17" descr="A close up of food&#10;&#10;Description automatically generated">
              <a:extLst>
                <a:ext uri="{FF2B5EF4-FFF2-40B4-BE49-F238E27FC236}">
                  <a16:creationId xmlns:a16="http://schemas.microsoft.com/office/drawing/2014/main" id="{A6DE74DE-CD2A-47FD-A205-A9F46DF88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5904" y="3260010"/>
              <a:ext cx="3690593" cy="1503645"/>
            </a:xfrm>
            <a:prstGeom prst="rect">
              <a:avLst/>
            </a:prstGeom>
          </p:spPr>
        </p:pic>
        <p:pic>
          <p:nvPicPr>
            <p:cNvPr id="14" name="Picture 22" descr="A close up of food&#10;&#10;Description automatically generated">
              <a:extLst>
                <a:ext uri="{FF2B5EF4-FFF2-40B4-BE49-F238E27FC236}">
                  <a16:creationId xmlns:a16="http://schemas.microsoft.com/office/drawing/2014/main" id="{DBB2F367-611D-46DE-A8CD-A36743A2A0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5903" y="1483361"/>
              <a:ext cx="3690594" cy="1536443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1847317-42B2-744C-A1C8-D1F56DDFBC6A}"/>
              </a:ext>
            </a:extLst>
          </p:cNvPr>
          <p:cNvGrpSpPr/>
          <p:nvPr/>
        </p:nvGrpSpPr>
        <p:grpSpPr>
          <a:xfrm>
            <a:off x="1383935" y="165937"/>
            <a:ext cx="5139548" cy="861774"/>
            <a:chOff x="240935" y="165937"/>
            <a:chExt cx="5139548" cy="8617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823E4E-8637-DD4D-A736-9E155E1A38BB}"/>
                </a:ext>
              </a:extLst>
            </p:cNvPr>
            <p:cNvSpPr txBox="1"/>
            <p:nvPr/>
          </p:nvSpPr>
          <p:spPr>
            <a:xfrm>
              <a:off x="240935" y="165937"/>
              <a:ext cx="513954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설득력을 높이는 연상</a:t>
              </a:r>
              <a:r>
                <a:rPr lang="en-US" altLang="ko-KR" sz="3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KIT 6</a:t>
              </a:r>
              <a:endParaRPr lang="en-US" altLang="ko-KR" sz="1400" dirty="0">
                <a:solidFill>
                  <a:prstClr val="black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defTabSz="1219170">
                <a:defRPr/>
              </a:pPr>
              <a:endParaRPr lang="en-US" altLang="ko-KR" b="1" cap="all" dirty="0">
                <a:ln w="0"/>
                <a:solidFill>
                  <a:prstClr val="black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cxnSp>
          <p:nvCxnSpPr>
            <p:cNvPr id="15" name="직선 연결선 39">
              <a:extLst>
                <a:ext uri="{FF2B5EF4-FFF2-40B4-BE49-F238E27FC236}">
                  <a16:creationId xmlns:a16="http://schemas.microsoft.com/office/drawing/2014/main" id="{7FA2CFAD-FBC5-1E42-86BC-20365354371B}"/>
                </a:ext>
              </a:extLst>
            </p:cNvPr>
            <p:cNvCxnSpPr>
              <a:cxnSpLocks/>
            </p:cNvCxnSpPr>
            <p:nvPr/>
          </p:nvCxnSpPr>
          <p:spPr>
            <a:xfrm>
              <a:off x="240935" y="750712"/>
              <a:ext cx="47120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Diagram 4">
            <a:extLst>
              <a:ext uri="{FF2B5EF4-FFF2-40B4-BE49-F238E27FC236}">
                <a16:creationId xmlns:a16="http://schemas.microsoft.com/office/drawing/2014/main" id="{3B75C1E4-3137-41DA-912E-667D2E0BEBE5}"/>
              </a:ext>
            </a:extLst>
          </p:cNvPr>
          <p:cNvGraphicFramePr/>
          <p:nvPr/>
        </p:nvGraphicFramePr>
        <p:xfrm>
          <a:off x="1484679" y="861647"/>
          <a:ext cx="9236887" cy="47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49883496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70332F-EC2E-43A6-AFFD-724442D6571F}"/>
              </a:ext>
            </a:extLst>
          </p:cNvPr>
          <p:cNvSpPr txBox="1"/>
          <p:nvPr/>
        </p:nvSpPr>
        <p:spPr>
          <a:xfrm>
            <a:off x="314960" y="299721"/>
            <a:ext cx="47724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ko-KR" altLang="en-US" sz="2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구조적으로 듣는 것이 필요하다</a:t>
            </a:r>
          </a:p>
        </p:txBody>
      </p:sp>
      <p:pic>
        <p:nvPicPr>
          <p:cNvPr id="12" name="image.jpeg">
            <a:extLst>
              <a:ext uri="{FF2B5EF4-FFF2-40B4-BE49-F238E27FC236}">
                <a16:creationId xmlns:a16="http://schemas.microsoft.com/office/drawing/2014/main" id="{FB1E958E-52F6-7AE9-B479-C2C7342A281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50406" y="1477403"/>
            <a:ext cx="5764213" cy="48450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7969867"/>
      </p:ext>
    </p:extLst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193254-1D4C-1920-409B-BB086C9E11A2}"/>
              </a:ext>
            </a:extLst>
          </p:cNvPr>
          <p:cNvSpPr/>
          <p:nvPr/>
        </p:nvSpPr>
        <p:spPr>
          <a:xfrm>
            <a:off x="1482858" y="132713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안건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(solution)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이것을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해보려고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결론부터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라이브커머스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A259A2-C098-8D1A-B5E7-F4DAC3002553}"/>
              </a:ext>
            </a:extLst>
          </p:cNvPr>
          <p:cNvSpPr/>
          <p:nvPr/>
        </p:nvSpPr>
        <p:spPr>
          <a:xfrm>
            <a:off x="3314778" y="132713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 배경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(WHY)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상황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문제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원인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 있는데요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B2C </a:t>
            </a:r>
            <a:r>
              <a:rPr lang="ko-KR" altLang="en-US" sz="1400" dirty="0" err="1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고객확대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C19E19-F78B-74C3-5179-DA1DA613CDE6}"/>
              </a:ext>
            </a:extLst>
          </p:cNvPr>
          <p:cNvSpPr/>
          <p:nvPr/>
        </p:nvSpPr>
        <p:spPr>
          <a:xfrm>
            <a:off x="5146698" y="1327131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 내용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(WHAT)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이렇게 해보면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어떨까요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당사 제품 활용 </a:t>
            </a:r>
            <a:r>
              <a:rPr lang="ko-KR" altLang="en-US" sz="1400" dirty="0" err="1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요리레시피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강좌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3614A5-2AAA-C560-7F83-8EB9BFC96413}"/>
              </a:ext>
            </a:extLst>
          </p:cNvPr>
          <p:cNvSpPr/>
          <p:nvPr/>
        </p:nvSpPr>
        <p:spPr>
          <a:xfrm>
            <a:off x="6978618" y="132712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실행방안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(HOW)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방식으로 실행해보면 될 것 같아요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일시장소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대상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프로그램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예산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인력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…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9498F7-D225-5734-517D-7A5CBA0D390A}"/>
              </a:ext>
            </a:extLst>
          </p:cNvPr>
          <p:cNvSpPr/>
          <p:nvPr/>
        </p:nvSpPr>
        <p:spPr>
          <a:xfrm>
            <a:off x="8810536" y="132712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기대효과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(IF)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이렇게 하고 나면 이렇게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될 것 같습니다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신규고객확대에 따른 매출증대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전국페스티벌과 해외 업체 참여 </a:t>
            </a:r>
            <a:r>
              <a:rPr lang="ko-KR" altLang="en-US" sz="1400" dirty="0" err="1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랜선페스티벌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확대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…</a:t>
            </a:r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B45477FA-BB6C-2F32-FE2D-1857B20C694E}"/>
              </a:ext>
            </a:extLst>
          </p:cNvPr>
          <p:cNvSpPr/>
          <p:nvPr/>
        </p:nvSpPr>
        <p:spPr>
          <a:xfrm rot="5400000">
            <a:off x="3136090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345FFAE5-C7B5-3CA7-2A1A-7D45E7EB918F}"/>
              </a:ext>
            </a:extLst>
          </p:cNvPr>
          <p:cNvSpPr/>
          <p:nvPr/>
        </p:nvSpPr>
        <p:spPr>
          <a:xfrm rot="5400000">
            <a:off x="4969524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3C2528B7-250E-88BC-7959-395B7691ADBF}"/>
              </a:ext>
            </a:extLst>
          </p:cNvPr>
          <p:cNvSpPr/>
          <p:nvPr/>
        </p:nvSpPr>
        <p:spPr>
          <a:xfrm rot="5400000">
            <a:off x="6802958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A179FB6A-58A5-025C-54BA-3E6211688A54}"/>
              </a:ext>
            </a:extLst>
          </p:cNvPr>
          <p:cNvSpPr/>
          <p:nvPr/>
        </p:nvSpPr>
        <p:spPr>
          <a:xfrm rot="5400000">
            <a:off x="8636392" y="3278810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364246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58855A-BD63-E657-5067-8B95EA5082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0EC9F1-1A2A-1C96-F272-6737C97EF1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359A77-66D1-296B-C8F1-B93D59E51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20636"/>
            <a:ext cx="6655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마켓 산스 Bold" panose="02000000000000000000" pitchFamily="50" charset="-127"/>
                <a:ea typeface="G마켓 산스 Bold" panose="02000000000000000000" pitchFamily="50" charset="-127"/>
                <a:cs typeface="Tahoma" pitchFamily="34" charset="0"/>
              </a:rPr>
              <a:t>좋은 문서작성 기초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Bold" panose="02000000000000000000" pitchFamily="50" charset="-127"/>
              <a:ea typeface="G마켓 산스 Bold" panose="02000000000000000000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64859"/>
      </p:ext>
    </p:extLst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2E6C5-880E-C283-D9DF-22F921ECFD62}"/>
              </a:ext>
            </a:extLst>
          </p:cNvPr>
          <p:cNvSpPr txBox="1"/>
          <p:nvPr/>
        </p:nvSpPr>
        <p:spPr>
          <a:xfrm rot="10800000" flipH="1" flipV="1">
            <a:off x="1698535" y="757525"/>
            <a:ext cx="886795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보고서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상황을 그대로 알리는 것에 목적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추측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x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객관성 정확성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~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로 생각된다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 ~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일 것이다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등의 추측을 넣지 않기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상황에 따른 자신의 주관을 구분하여 적어라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비판을 적으면 대안도 함께 적어라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긴 문장보다는 구조화가 더 효과적이다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.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필요시 단락별 제목도 좋다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보고서를 통해 자신의 역량을 드러내라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241069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2E6C5-880E-C283-D9DF-22F921ECFD62}"/>
              </a:ext>
            </a:extLst>
          </p:cNvPr>
          <p:cNvSpPr txBox="1"/>
          <p:nvPr/>
        </p:nvSpPr>
        <p:spPr>
          <a:xfrm rot="10800000" flipH="1" flipV="1">
            <a:off x="1698535" y="1065304"/>
            <a:ext cx="886795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기획안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기획안은 명확한 목표와 구체적 실행방안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정리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왜 프로젝트가 필요한지에 대한 공감을 불러일으킬 수 있는 당위성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프로젝트의 명확한 목표 및 예상 결과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설득가능한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실현 가능하고 효과적인 아이디어 및 논리적 근거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목표를 달성하기 위한 자원 및 구체적 실시 계획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일정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담당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방법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예산 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전체를 보여줄 수 있는 하나의 컨셉 잡기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085359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2E6C5-880E-C283-D9DF-22F921ECFD62}"/>
              </a:ext>
            </a:extLst>
          </p:cNvPr>
          <p:cNvSpPr txBox="1"/>
          <p:nvPr/>
        </p:nvSpPr>
        <p:spPr>
          <a:xfrm rot="10800000" flipH="1" flipV="1">
            <a:off x="1662022" y="1056126"/>
            <a:ext cx="88679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내용을 명확하게 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읽을 사람을 생각하면서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필요 없는 문장은 빼고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출처를 밝히고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사실과 의견을 구분하여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어려운 말은 풀어서 설명하고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결론부터 써라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168914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.jpeg">
            <a:extLst>
              <a:ext uri="{FF2B5EF4-FFF2-40B4-BE49-F238E27FC236}">
                <a16:creationId xmlns:a16="http://schemas.microsoft.com/office/drawing/2014/main" id="{138DE95B-B84F-19EF-21BB-6A4D0A9B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43780" y="950708"/>
            <a:ext cx="5764213" cy="484505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37824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193254-1D4C-1920-409B-BB086C9E11A2}"/>
              </a:ext>
            </a:extLst>
          </p:cNvPr>
          <p:cNvSpPr/>
          <p:nvPr/>
        </p:nvSpPr>
        <p:spPr>
          <a:xfrm>
            <a:off x="1482858" y="132713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나는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어떤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강점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보완점이 있는가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4MAT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유형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+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강의 기반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나의 기획사고 강점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보완점 정리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A259A2-C098-8D1A-B5E7-F4DAC3002553}"/>
              </a:ext>
            </a:extLst>
          </p:cNvPr>
          <p:cNvSpPr/>
          <p:nvPr/>
        </p:nvSpPr>
        <p:spPr>
          <a:xfrm>
            <a:off x="3314778" y="132713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결론적으로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그래서 어떤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역량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기술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을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향상 시키고 싶은가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&amp;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WHY?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왜 향상하고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싶은가</a:t>
            </a:r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나에게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조직에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어떤 의미가 있는가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C19E19-F78B-74C3-5179-DA1DA613CDE6}"/>
              </a:ext>
            </a:extLst>
          </p:cNvPr>
          <p:cNvSpPr/>
          <p:nvPr/>
        </p:nvSpPr>
        <p:spPr>
          <a:xfrm>
            <a:off x="5146698" y="1327131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제안 내용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(WHAT)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구체적으로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무엇을 하면 좋을까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그런 외부 사례가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있는가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?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벤치마킹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명확하고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자세하게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3614A5-2AAA-C560-7F83-8EB9BFC96413}"/>
              </a:ext>
            </a:extLst>
          </p:cNvPr>
          <p:cNvSpPr/>
          <p:nvPr/>
        </p:nvSpPr>
        <p:spPr>
          <a:xfrm>
            <a:off x="6978618" y="132712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실행방안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(HOW)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이런 방식으로 실행해보면 될 것 같아요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구체적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실행방안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시간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장소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예산</a:t>
            </a:r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사람 등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ko-KR" altLang="en-US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9498F7-D225-5734-517D-7A5CBA0D390A}"/>
              </a:ext>
            </a:extLst>
          </p:cNvPr>
          <p:cNvSpPr/>
          <p:nvPr/>
        </p:nvSpPr>
        <p:spPr>
          <a:xfrm>
            <a:off x="8810536" y="1327120"/>
            <a:ext cx="1764000" cy="48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기대효과</a:t>
            </a:r>
            <a:endParaRPr lang="en-US" altLang="ko-KR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(IF)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기대하는 변화 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새로운 가능성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기대하는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Outcome </a:t>
            </a:r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이미지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추가적인 확장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방향성 가능성</a:t>
            </a:r>
            <a:endParaRPr lang="en-US" altLang="ko-KR" sz="14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B45477FA-BB6C-2F32-FE2D-1857B20C694E}"/>
              </a:ext>
            </a:extLst>
          </p:cNvPr>
          <p:cNvSpPr/>
          <p:nvPr/>
        </p:nvSpPr>
        <p:spPr>
          <a:xfrm rot="5400000">
            <a:off x="3136090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345FFAE5-C7B5-3CA7-2A1A-7D45E7EB918F}"/>
              </a:ext>
            </a:extLst>
          </p:cNvPr>
          <p:cNvSpPr/>
          <p:nvPr/>
        </p:nvSpPr>
        <p:spPr>
          <a:xfrm rot="5400000">
            <a:off x="4969524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3C2528B7-250E-88BC-7959-395B7691ADBF}"/>
              </a:ext>
            </a:extLst>
          </p:cNvPr>
          <p:cNvSpPr/>
          <p:nvPr/>
        </p:nvSpPr>
        <p:spPr>
          <a:xfrm rot="5400000">
            <a:off x="6802958" y="3241145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A179FB6A-58A5-025C-54BA-3E6211688A54}"/>
              </a:ext>
            </a:extLst>
          </p:cNvPr>
          <p:cNvSpPr/>
          <p:nvPr/>
        </p:nvSpPr>
        <p:spPr>
          <a:xfrm rot="5400000">
            <a:off x="8636392" y="3278810"/>
            <a:ext cx="348288" cy="30024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428C54-9725-604E-D0E5-E6B4BFE3F847}"/>
              </a:ext>
            </a:extLst>
          </p:cNvPr>
          <p:cNvSpPr txBox="1"/>
          <p:nvPr/>
        </p:nvSpPr>
        <p:spPr>
          <a:xfrm>
            <a:off x="3060211" y="4299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과제 작성 </a:t>
            </a:r>
            <a:endParaRPr lang="en-US" altLang="ko-KR" sz="2800" dirty="0">
              <a:solidFill>
                <a:schemeClr val="tx1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57017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2000" dirty="0" smtClean="0">
            <a:solidFill>
              <a:schemeClr val="tx1">
                <a:lumMod val="75000"/>
                <a:lumOff val="25000"/>
              </a:schemeClr>
            </a:solidFill>
            <a:latin typeface="에스코어 드림 5 Medium" panose="020B0503030302020204" pitchFamily="34" charset="-127"/>
            <a:ea typeface="에스코어 드림 5 Medium" panose="020B0503030302020204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2000" dirty="0" smtClean="0">
            <a:solidFill>
              <a:schemeClr val="tx1">
                <a:lumMod val="75000"/>
                <a:lumOff val="25000"/>
              </a:schemeClr>
            </a:solidFill>
            <a:latin typeface="에스코어 드림 5 Medium" panose="020B0503030302020204" pitchFamily="34" charset="-127"/>
            <a:ea typeface="에스코어 드림 5 Medium" panose="020B0503030302020204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3329</TotalTime>
  <Words>3076</Words>
  <Application>Microsoft Office PowerPoint</Application>
  <PresentationFormat>와이드스크린</PresentationFormat>
  <Paragraphs>934</Paragraphs>
  <Slides>93</Slides>
  <Notes>39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4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93</vt:i4>
      </vt:variant>
    </vt:vector>
  </HeadingPairs>
  <TitlesOfParts>
    <vt:vector size="109" baseType="lpstr">
      <vt:lpstr>맑은 고딕</vt:lpstr>
      <vt:lpstr>Arial</vt:lpstr>
      <vt:lpstr>뫼비우스 Bold</vt:lpstr>
      <vt:lpstr>G마켓 산스 Medium</vt:lpstr>
      <vt:lpstr>G마켓 산스 TTF Bold</vt:lpstr>
      <vt:lpstr>G마켓 산스 Bold</vt:lpstr>
      <vt:lpstr>G마켓 산스 Light</vt:lpstr>
      <vt:lpstr>뫼비우스 Regular</vt:lpstr>
      <vt:lpstr>에스코어 드림 5 Medium</vt:lpstr>
      <vt:lpstr>Wingdings</vt:lpstr>
      <vt:lpstr>현대하모니 M</vt:lpstr>
      <vt:lpstr>Office 테마</vt:lpstr>
      <vt:lpstr>1_Office 테마</vt:lpstr>
      <vt:lpstr>2_Office 테마</vt:lpstr>
      <vt:lpstr>3_Office 테마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우명훈</dc:creator>
  <cp:lastModifiedBy>종목 전</cp:lastModifiedBy>
  <cp:revision>274</cp:revision>
  <dcterms:created xsi:type="dcterms:W3CDTF">2021-08-06T00:05:34Z</dcterms:created>
  <dcterms:modified xsi:type="dcterms:W3CDTF">2026-03-19T10:43:39Z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25c787f-039f-4287-bd0c-30008109edfc_Enabled">
    <vt:lpwstr>true</vt:lpwstr>
  </property>
  <property fmtid="{D5CDD505-2E9C-101B-9397-08002B2CF9AE}" pid="3" name="MSIP_Label_425c787f-039f-4287-bd0c-30008109edfc_SetDate">
    <vt:lpwstr>2022-11-07T06:16:39Z</vt:lpwstr>
  </property>
  <property fmtid="{D5CDD505-2E9C-101B-9397-08002B2CF9AE}" pid="4" name="MSIP_Label_425c787f-039f-4287-bd0c-30008109edfc_Method">
    <vt:lpwstr>Standard</vt:lpwstr>
  </property>
  <property fmtid="{D5CDD505-2E9C-101B-9397-08002B2CF9AE}" pid="5" name="MSIP_Label_425c787f-039f-4287-bd0c-30008109edfc_Name">
    <vt:lpwstr>사내한(평문)</vt:lpwstr>
  </property>
  <property fmtid="{D5CDD505-2E9C-101B-9397-08002B2CF9AE}" pid="6" name="MSIP_Label_425c787f-039f-4287-bd0c-30008109edfc_SiteId">
    <vt:lpwstr>f85ca5f1-aa23-4252-a83a-443d333b1fe7</vt:lpwstr>
  </property>
  <property fmtid="{D5CDD505-2E9C-101B-9397-08002B2CF9AE}" pid="7" name="MSIP_Label_425c787f-039f-4287-bd0c-30008109edfc_ActionId">
    <vt:lpwstr>1a9b48cc-2499-4db4-b332-b222de6fdc4e</vt:lpwstr>
  </property>
  <property fmtid="{D5CDD505-2E9C-101B-9397-08002B2CF9AE}" pid="8" name="MSIP_Label_425c787f-039f-4287-bd0c-30008109edfc_ContentBits">
    <vt:lpwstr>0</vt:lpwstr>
  </property>
</Properties>
</file>
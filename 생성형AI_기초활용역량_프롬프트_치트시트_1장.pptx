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2194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Prompt Cheatsheet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B37"/>
                </a:solidFill>
              </a:rPr>
              <a:t>프롬프트 치트시트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26280" y="9144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20" i="1" dirty="0">
                <a:solidFill>
                  <a:srgbClr val="637181"/>
                </a:solidFill>
              </a:rPr>
              <a:t>AI에게 바로 답을 달라고 하지 말고, 먼저 질문하게 하라.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7824" y="13258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325880"/>
            <a:ext cx="365760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453896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인터뷰형 시작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024128" y="163677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바로 답하지 말고,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먼저 질문해줘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148840"/>
            <a:ext cx="33649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B37"/>
                </a:solidFill>
              </a:rPr>
              <a:t>지금 바로 답하지 말고, 내가 진짜 무엇을 하려는지 더 정확히 파악할 수 있도록 먼저 5개의 질문을 해줘.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B37"/>
                </a:solidFill>
              </a:rPr>
              <a:t>특히 목적, 청자, 제약조건, 절대 놓치면 안 되는 기준을 확인해줘.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3258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325880"/>
            <a:ext cx="365760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53896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목적 찾기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864608" y="163677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F2B37"/>
                </a:solidFill>
              </a:rPr>
              <a:t>원하는 결과는</a:t>
            </a:r>
            <a:endParaRPr lang="en-US" sz="1520" dirty="0"/>
          </a:p>
          <a:p>
            <a:pPr algn="l" indent="0" marL="0">
              <a:buNone/>
            </a:pPr>
            <a:r>
              <a:rPr lang="en-US" sz="1520" b="1" dirty="0">
                <a:solidFill>
                  <a:srgbClr val="1F2B37"/>
                </a:solidFill>
              </a:rPr>
              <a:t>질문을 쪼개야 보인다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864608" y="2148840"/>
            <a:ext cx="33649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B37"/>
                </a:solidFill>
              </a:rPr>
              <a:t>지금 하려는 일을 더 정확히 정의하고 싶다. 바로 해결책을 주지 말고,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F2B37"/>
                </a:solidFill>
              </a:rPr>
              <a:t>장면 -&gt; 번거로움 -&gt; 변화 -&gt; 중요성 -&gt; 성과 -&gt; 인정 -&gt; 진짜 결과 순서로 질문해줘.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558784" y="13258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58784" y="1325880"/>
            <a:ext cx="27432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1453896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 점검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8705088" y="1636776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B37"/>
                </a:solidFill>
              </a:rPr>
              <a:t>빠진 맥락이 있으면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F2B37"/>
                </a:solidFill>
              </a:rPr>
              <a:t>먼저 질문해줘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8705088" y="2167128"/>
            <a:ext cx="24505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B37"/>
                </a:solidFill>
              </a:rPr>
              <a:t>Context · Role · Audience · Format · Tone · Option 기준으로 내 질문을 점검해줘.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77824" y="3127248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77824" y="3127248"/>
            <a:ext cx="3657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255264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1-3-1로 끝내기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1024128" y="343814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F2B37"/>
                </a:solidFill>
              </a:rPr>
              <a:t>많이 만드는 것보다,</a:t>
            </a:r>
            <a:endParaRPr lang="en-US" sz="1540" dirty="0"/>
          </a:p>
          <a:p>
            <a:pPr algn="l" indent="0" marL="0">
              <a:buNone/>
            </a:pPr>
            <a:r>
              <a:rPr lang="en-US" sz="1540" b="1" dirty="0">
                <a:solidFill>
                  <a:srgbClr val="1F2B37"/>
                </a:solidFill>
              </a:rPr>
              <a:t>줄이고 끝내기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1024128" y="3950208"/>
            <a:ext cx="33649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B37"/>
                </a:solidFill>
              </a:rPr>
              <a:t>문제 1개 -&gt; 대안 3개 -&gt; 권고안 1개로 정리해줘.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F2B37"/>
                </a:solidFill>
              </a:rPr>
              <a:t>마지막에는 내가 직접 다시 판단해야 할 쟁점도 말해줘.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718304" y="3127248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3127248"/>
            <a:ext cx="36576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255264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피드백 루프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4864608" y="343814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F2B37"/>
                </a:solidFill>
              </a:rPr>
              <a:t>초안 다음에는</a:t>
            </a:r>
            <a:endParaRPr lang="en-US" sz="1520" dirty="0"/>
          </a:p>
          <a:p>
            <a:pPr algn="l" indent="0" marL="0">
              <a:buNone/>
            </a:pPr>
            <a:r>
              <a:rPr lang="en-US" sz="1520" b="1" dirty="0">
                <a:solidFill>
                  <a:srgbClr val="1F2B37"/>
                </a:solidFill>
              </a:rPr>
              <a:t>점검이 들어가야 한다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4864608" y="3950208"/>
            <a:ext cx="33649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1F2B37"/>
                </a:solidFill>
              </a:rPr>
              <a:t>메타인지, 레드팀, 심사위원, 전문가 관점에서 먼저 점검해줘.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F2B37"/>
                </a:solidFill>
              </a:rPr>
              <a:t>마지막에는 내가 직접 다시 판단해야 할 쟁점을 한 줄로 정리해줘.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8558784" y="3127248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58784" y="3127248"/>
            <a:ext cx="274320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3255264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도구 선택 기준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8705088" y="3438144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B37"/>
                </a:solidFill>
              </a:rPr>
              <a:t>좋은 툴보다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F2B37"/>
                </a:solidFill>
              </a:rPr>
              <a:t>좋은 길 설계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8705088" y="3950208"/>
            <a:ext cx="24505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1F2B37"/>
                </a:solidFill>
              </a:rPr>
              <a:t>LLM: 생각 열기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F2B37"/>
                </a:solidFill>
              </a:rPr>
              <a:t>소스 기반 AI: 자료 검토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F2B37"/>
                </a:solidFill>
              </a:rPr>
              <a:t>딥리서치: 외부 조사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F2B37"/>
                </a:solidFill>
              </a:rPr>
              <a:t>에이전트형: 여러 단계 연결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77824" y="4901184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" y="4901184"/>
            <a:ext cx="55778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5029200"/>
            <a:ext cx="5285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 예시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1024128" y="5212080"/>
            <a:ext cx="5285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F2B37"/>
                </a:solidFill>
              </a:rPr>
              <a:t>영업: 미팅 준비 / R&amp;D: 자료 비교 / 품질: 이슈 정리 / 기획: 트렌드 해석</a:t>
            </a:r>
            <a:endParaRPr lang="en-US" sz="1330" dirty="0"/>
          </a:p>
        </p:txBody>
      </p:sp>
      <p:sp>
        <p:nvSpPr>
          <p:cNvPr id="42" name="Shape 40"/>
          <p:cNvSpPr/>
          <p:nvPr/>
        </p:nvSpPr>
        <p:spPr>
          <a:xfrm>
            <a:off x="6656832" y="4901184"/>
            <a:ext cx="4645152" cy="1078992"/>
          </a:xfrm>
          <a:prstGeom prst="roundRect">
            <a:avLst>
              <a:gd name="adj" fmla="val 6780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4901184"/>
            <a:ext cx="464515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03136" y="5029200"/>
            <a:ext cx="4352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803136" y="5212080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F2B37"/>
                </a:solidFill>
              </a:rPr>
              <a:t>내가 진짜 원하는 결과는 무엇인가 · 누가 이 결과를 보는가 · 내가 직접 판단할 것은 무엇인가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 프롬프트 치트시트</dc:title>
  <dc:subject>생성형 AI 기초활용역량 프롬프트 치트시트</dc:subject>
  <dc:creator>OpenAI Codex</dc:creator>
  <cp:lastModifiedBy>OpenAI Codex</cp:lastModifiedBy>
  <cp:revision>1</cp:revision>
  <dcterms:created xsi:type="dcterms:W3CDTF">2026-04-09T10:58:45Z</dcterms:created>
  <dcterms:modified xsi:type="dcterms:W3CDTF">2026-04-09T10:58:45Z</dcterms:modified>
</cp:coreProperties>
</file>
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0104120" cy="658368"/>
          </a:xfrm>
          <a:prstGeom prst="roundRect">
            <a:avLst>
              <a:gd name="adj" fmla="val 6944"/>
            </a:avLst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931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 미션 상사용 브리프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상사 역할만 먼저 읽고, 과장의 질문을 받은 뒤 필요한 만큼만 답합니다.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5138928" cy="4279392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52144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1. 브리프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F2F2F"/>
                </a:solidFill>
              </a:rPr>
              <a:t>우리 조직 팀 빌딩 프로그램을 하자.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20624" y="1700784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조직원들끼리 갈등이 있는 것 같아 보임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각자 자기 일은 잘 하지만 서로 소통이 안 되니 분위기도 좋지 않음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완전히 바뀌진 않아도 이야기하고 갈등이 해소되는 시작이 되길 바람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술자리 중심 회식 프로그램은 제외하고 싶음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이미지로도 괜찮아 보이는 프로그램이면 좋겠음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비슷한 프로그램 사례가 있으면 참고하고 싶음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632704" y="1078992"/>
            <a:ext cx="4764024" cy="2011680"/>
          </a:xfrm>
          <a:prstGeom prst="roundRect">
            <a:avLst>
              <a:gd name="adj" fmla="val 1818"/>
            </a:avLst>
          </a:prstGeom>
          <a:solidFill>
            <a:srgbClr val="F6F6F6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152144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2. 상사 역할 유의사항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79008" y="1408176"/>
            <a:ext cx="4297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브리프는 과장에게 한 번에 다 주지 말고 질문이 오면 답한다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과장이 맥락, 기대 결과, 제외 조건을 묻는지 본다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좋은 질문이 나오면 짧고 선명하게 답한다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팀원이 직접 브리프를 보지 못하게 한다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32704" y="3310128"/>
            <a:ext cx="4764024" cy="2048256"/>
          </a:xfrm>
          <a:prstGeom prst="roundRect">
            <a:avLst>
              <a:gd name="adj" fmla="val 1786"/>
            </a:avLst>
          </a:prstGeom>
          <a:solidFill>
            <a:srgbClr val="ECECEC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3383280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3. 과장이 물어오면 확인해야 할 핵심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79008" y="3639312"/>
            <a:ext cx="4187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지금 이 과제를 해야 하는가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상사가 기대하는 결과는 무엇인가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반드시 제외해야 할 것은 무엇인가</a:t>
            </a:r>
            <a:endParaRPr lang="en-US" sz="87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성공했다고 말할 기준은 무엇인가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92608" y="5559552"/>
            <a:ext cx="101041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5632704"/>
            <a:ext cx="9884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진행 메모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581558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F2F2F"/>
                </a:solidFill>
              </a:rPr>
              <a:t>이 자료는 상사 역할 전용입니다. 과장과 팀원에게는 브리프 전체를 보여주지 않고, 질문과 대화를 통해 필요한 정보만 전달하세요.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6400800"/>
            <a:ext cx="101041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6537960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 분리의 핵심: 과장이 질문으로 맥락을 확보하게 만든다.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503920" y="653796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기획력 과장승진자 과정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기획력 과장승진자 팀 미션 상사용 흑백 출력용</dc:title>
  <dc:subject>기획력 과장승진자 팀 미션 상사용 브리프</dc:subject>
  <dc:creator>OpenAI Codex</dc:creator>
  <cp:lastModifiedBy>OpenAI Codex</cp:lastModifiedBy>
  <cp:revision>1</cp:revision>
  <dcterms:created xsi:type="dcterms:W3CDTF">2026-03-19T12:06:44Z</dcterms:created>
  <dcterms:modified xsi:type="dcterms:W3CDTF">2026-03-19T12:06:44Z</dcterms:modified>
</cp:coreProperties>
</file>
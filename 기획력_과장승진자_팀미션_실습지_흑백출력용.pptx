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0104120" cy="658368"/>
          </a:xfrm>
          <a:prstGeom prst="roundRect">
            <a:avLst>
              <a:gd name="adj" fmla="val 6944"/>
            </a:avLst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93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기획력 과장승진자 과정 팀 미션 실습지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상사-과장-팀원 역할로 브리핑과 기획 재구성을 실습합니다.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292608" y="1060704"/>
            <a:ext cx="2688336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338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1. 상사 브리프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" y="1353312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303030"/>
                </a:solidFill>
              </a:rPr>
              <a:t>우리 조직 팀 빌딩 프로그램을 하자.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23591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조직원들끼리 갈등이 있는 것 같아 보임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각자 자기 일은 잘 하지만 서로 소통이 안 되니 분위기도 좋지 않음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완전히 바뀌진 않아도 갈등이 해소되는 시작이 되길 바람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술자리 중심 회식 프로그램은 제외하고 싶음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이미지로도 괜찮아 보이는 프로그램이면 좋겠음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비슷한 프로그램 사례가 있으면 참고하고 싶음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" y="3621024"/>
            <a:ext cx="2688336" cy="1591056"/>
          </a:xfrm>
          <a:prstGeom prst="roundRect">
            <a:avLst>
              <a:gd name="adj" fmla="val 2299"/>
            </a:avLst>
          </a:prstGeom>
          <a:solidFill>
            <a:srgbClr val="F5F5F5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2. 과장 역할 체크 질문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9319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74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지금 이 과제를 해야 하나</a:t>
            </a:r>
            <a:endParaRPr lang="en-US" sz="74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74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상사는 어떤 결과를 기대하나</a:t>
            </a:r>
            <a:endParaRPr lang="en-US" sz="74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74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반드시 제외해야 할 것은 무엇인가</a:t>
            </a:r>
            <a:endParaRPr lang="en-US" sz="74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74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성공했다고 말할 기준은 무엇인가</a:t>
            </a:r>
            <a:endParaRPr lang="en-US" sz="74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74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일정, 예산, 대상, 운영 방식은 어느 정도까지 열려 있나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384048" y="47914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핵심: 상사의 말을 복사하지 말고, 맥락과 기대를 정리해 번역한다.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145536" y="1060704"/>
            <a:ext cx="3108960" cy="1664208"/>
          </a:xfrm>
          <a:prstGeom prst="roundRect">
            <a:avLst>
              <a:gd name="adj" fmla="val 2198"/>
            </a:avLst>
          </a:prstGeom>
          <a:solidFill>
            <a:srgbClr val="ECECEC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13385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3. 팀원에게 전달할 때 포함할 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14538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맥락 설명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73552" y="17007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결과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3552" y="19476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3552" y="21945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특이사항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3552" y="24414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참고 자료 또는 노하우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45536" y="2889504"/>
            <a:ext cx="310896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96265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4. 한 장 기획안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3552" y="32186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73552" y="37673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431596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48646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59070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19088" y="1060704"/>
            <a:ext cx="3977640" cy="4663440"/>
          </a:xfrm>
          <a:prstGeom prst="roundRect">
            <a:avLst>
              <a:gd name="adj" fmla="val 920"/>
            </a:avLst>
          </a:prstGeom>
          <a:solidFill>
            <a:srgbClr val="F5F5F5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133856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5. 발표 전 마지막 점검 / 6. 피드백 메모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47104" y="13716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전 마지막 점검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28816" y="1627632"/>
            <a:ext cx="34015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1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Why가 상대 입장에서도 들리는가</a:t>
            </a:r>
            <a:endParaRPr lang="en-US" sz="81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1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What이 한 문장으로 남는가</a:t>
            </a:r>
            <a:endParaRPr lang="en-US" sz="81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1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How가 실행 가능하게 보이는가</a:t>
            </a:r>
            <a:endParaRPr lang="en-US" sz="81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1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If가 의미와 기대효과를 남기는가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47104" y="270662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피드백 메모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65392" y="299923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가장 좋았던 점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565392" y="39684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가장 보완하면 좋을 점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565392" y="49377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030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내일 현업에 바로 가져갈 한 가지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92608" y="5925312"/>
            <a:ext cx="10104120" cy="0"/>
          </a:xfrm>
          <a:prstGeom prst="line">
            <a:avLst/>
          </a:prstGeom>
          <a:noFill/>
          <a:ln w="11430">
            <a:solidFill>
              <a:srgbClr val="A8A8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7059168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팁: 상사만 먼저 브리프를 읽고, 과장은 질문으로 맥락을 정리한 뒤 팀원에게 전달합니다.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641080" y="705916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기획력 과장승진자 과정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기획력 과장승진자 팀 미션 실습지</dc:title>
  <dc:subject>기획력 과장승진자 팀 미션 실습지 흑백 출력용</dc:subject>
  <dc:creator>OpenAI Codex</dc:creator>
  <cp:lastModifiedBy>OpenAI Codex</cp:lastModifiedBy>
  <cp:revision>1</cp:revision>
  <dcterms:created xsi:type="dcterms:W3CDTF">2026-03-19T11:59:55Z</dcterms:created>
  <dcterms:modified xsi:type="dcterms:W3CDTF">2026-03-19T11:59:55Z</dcterms:modified>
</cp:coreProperties>
</file>
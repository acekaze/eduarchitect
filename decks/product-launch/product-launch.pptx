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4955-ikl6ra7fh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5420-wjj5omke0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5794-tf7jeythld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6220-93z6i862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6639-mh93pvs27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7035-zyelht9v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7451-ktiql3z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7846-fymtkukw3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8246-xk27nzrv3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8648-rze7t348i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9067-oh347pn5q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9461-22cbcivl6w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89853-50k9fpc22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90241-oy43py9l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90642-19thhvq19t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91011-8dw8zqhlq3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91398-uqtbfyj6z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91785-hb610sgkdv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75730692178-vfj133m5qu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2026-04-09T10:31:32Z</dcterms:created>
  <dcterms:modified xsi:type="dcterms:W3CDTF">2026-04-09T10:31:32Z</dcterms:modified>
</cp:coreProperties>
</file>
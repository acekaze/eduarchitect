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Antigravity 설치 실습 뒤, Codex 비교 시연 전후에 넣는다. 핵심은 MCP와 스킬을 흥미 요소로 소개하되 오늘 실습 범위에서 분리하는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MCP와 스킬은 오늘 실습이 아니라 다음 확장 단계다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94944" y="117043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일반 직장인 과정에서는 개념만 소개하고, 실제 설정과 제작은 심화 과정으로 분리한다.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066544" cy="19385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7627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설치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Fast 사용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요청문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16352" y="2852928"/>
            <a:ext cx="1078992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68496" y="2176272"/>
            <a:ext cx="2249424" cy="1335024"/>
          </a:xfrm>
          <a:prstGeom prst="roundRect">
            <a:avLst>
              <a:gd name="adj" fmla="val 5479"/>
            </a:avLst>
          </a:prstGeom>
          <a:solidFill>
            <a:srgbClr val="E8F6F7"/>
          </a:solidFill>
          <a:ln w="15240">
            <a:solidFill>
              <a:srgbClr val="1B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1104" y="261518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Agentic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15968" y="2926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맡기는 환경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54496" y="2542032"/>
            <a:ext cx="859536" cy="-475488"/>
          </a:xfrm>
          <a:prstGeom prst="line">
            <a:avLst/>
          </a:prstGeom>
          <a:noFill/>
          <a:ln w="2032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54496" y="3136392"/>
            <a:ext cx="859536" cy="475488"/>
          </a:xfrm>
          <a:prstGeom prst="line">
            <a:avLst/>
          </a:prstGeom>
          <a:noFill/>
          <a:ln w="2032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42048" y="1627632"/>
            <a:ext cx="4187952" cy="1700784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1591056"/>
            <a:ext cx="4187952" cy="0"/>
          </a:xfrm>
          <a:prstGeom prst="line">
            <a:avLst/>
          </a:prstGeom>
          <a:noFill/>
          <a:ln w="30480">
            <a:solidFill>
              <a:srgbClr val="0F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18288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3A6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MCP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7443216" y="213969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외부 도구와 연결하는 통로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7443216" y="2679192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파일, 브라우저, 일정, 메일, 사내 시스템처럼 AI가 접근할 수 있는 도구를 정한다.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7242048" y="3703320"/>
            <a:ext cx="4187952" cy="1700784"/>
          </a:xfrm>
          <a:prstGeom prst="rect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3666744"/>
            <a:ext cx="4187952" cy="0"/>
          </a:xfrm>
          <a:prstGeom prst="line">
            <a:avLst/>
          </a:prstGeom>
          <a:noFill/>
          <a:ln w="30480">
            <a:solidFill>
              <a:srgbClr val="D973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216" y="390448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D9730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SKILL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7443216" y="4215384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반복 업무 방식을 저장하는 단위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7443216" y="4754880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쓰는 절차, 문체, 검토 순서, 산출물 형식을 재사용 가능한 방식으로 정리한다.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713232" y="5468112"/>
            <a:ext cx="10716768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6875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F7D4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이번 과정의 처리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1938528" y="56692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MCP와 스킬은 5분 소개만 한다. 실제 연결, 권한 설계, 스킬 제작은 다음 과정에서 다룬다.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938528" y="6016752"/>
            <a:ext cx="9015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멘트: 오늘은 AI에게 일을 맡기는 기본 환경을 만든다. 외부 연결과 반복 업무 자동화는 더 높은 권한을 다루므로 심화 과정에서 실습한다.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 AI 활용 과정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MCP와 스킬 소개</dc:title>
  <dc:subject>MCP와 스킬 소개</dc:subject>
  <dc:creator>Codex</dc:creator>
  <cp:lastModifiedBy>Codex</cp:lastModifiedBy>
  <cp:revision>1</cp:revision>
  <dcterms:created xsi:type="dcterms:W3CDTF">2026-04-26T08:50:31Z</dcterms:created>
  <dcterms:modified xsi:type="dcterms:W3CDTF">2026-04-26T08:50:31Z</dcterms:modified>
</cp:coreProperties>
</file>
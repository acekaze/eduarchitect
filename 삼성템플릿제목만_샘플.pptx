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10064" r:id="rId2"/>
    <p:sldId id="10065" r:id="rId3"/>
    <p:sldId id="10066" r:id="rId4"/>
    <p:sldId id="10067" r:id="rId5"/>
    <p:sldId id="10068" r:id="rId6"/>
    <p:sldId id="10069" r:id="rId7"/>
    <p:sldId id="10070" r:id="rId8"/>
    <p:sldId id="10071" r:id="rId9"/>
    <p:sldId id="10072" r:id="rId10"/>
    <p:sldId id="10073" r:id="rId11"/>
    <p:sldId id="10074" r:id="rId12"/>
    <p:sldId id="10075" r:id="rId13"/>
    <p:sldId id="10076" r:id="rId14"/>
    <p:sldId id="10077" r:id="rId15"/>
    <p:sldId id="10078" r:id="rId16"/>
    <p:sldId id="10079" r:id="rId17"/>
    <p:sldId id="10080" r:id="rId18"/>
    <p:sldId id="10081" r:id="rId19"/>
    <p:sldId id="10082" r:id="rId20"/>
    <p:sldId id="10083" r:id="rId21"/>
    <p:sldId id="10084" r:id="rId22"/>
    <p:sldId id="10085" r:id="rId23"/>
    <p:sldId id="10086" r:id="rId24"/>
    <p:sldId id="10087" r:id="rId25"/>
    <p:sldId id="10088" r:id="rId26"/>
    <p:sldId id="10089" r:id="rId27"/>
    <p:sldId id="10090" r:id="rId28"/>
    <p:sldId id="10091" r:id="rId29"/>
    <p:sldId id="10092" r:id="rId30"/>
    <p:sldId id="10093" r:id="rId31"/>
    <p:sldId id="10094" r:id="rId32"/>
    <p:sldId id="10095" r:id="rId33"/>
    <p:sldId id="10096" r:id="rId34"/>
    <p:sldId id="10097" r:id="rId35"/>
    <p:sldId id="10098" r:id="rId36"/>
    <p:sldId id="10099" r:id="rId37"/>
    <p:sldId id="10100" r:id="rId38"/>
    <p:sldId id="10101" r:id="rId39"/>
    <p:sldId id="10102" r:id="rId40"/>
    <p:sldId id="10103" r:id="rId41"/>
    <p:sldId id="10104" r:id="rId42"/>
    <p:sldId id="10105" r:id="rId43"/>
    <p:sldId id="10106" r:id="rId44"/>
    <p:sldId id="10107" r:id="rId45"/>
    <p:sldId id="10108" r:id="rId46"/>
    <p:sldId id="10109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0F455-6E79-42E0-8B07-6780AB78A96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027FA-65DF-46DA-8C15-C10BE1293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0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19F4-CCA6-DDD4-0782-6E9DEEFF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65C51FC-62DD-68DE-D108-CE4237AB4B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F63724E-BE07-5121-1672-F640700813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456CDE7-75CD-D11C-89D6-CA7E014F8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234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7B11-50FC-3F6F-F2F5-D42EBB48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AAC98DC-736E-30EA-2FD9-D6AB452B34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C67A5FD-50A5-0603-924D-15D725687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4200F99-4862-7B24-DE93-9E20E00B1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903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D67C-7F7E-8A55-D439-6202FE95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75FE046-33F8-58BC-CB98-AF6A0CD63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A4CA3CB-9683-2BD4-9C53-4E00DB7BD4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3250CD5-1BBF-03D4-D92A-D8DBD7032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861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8DC-F382-C50B-FF92-26A2A807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FB09CDF-49F1-B6FF-6B77-2D100581E1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1D0C976-3F2A-3B15-83D8-9EEF7DF032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F8BF70-E073-4AAB-B7C5-F50CB8BC37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09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4A17-B894-387C-8D3B-A443504F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E80E70E-C30A-FCE2-BB19-D6F7E2B493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0414EB-1522-B652-7D7D-00293536B2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1EB70DE-4F59-A25A-4968-8CB1E5562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826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3F3A-4F6C-4E84-37F0-07D178B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3E52A1C-B3CD-BD47-09F7-7FF7A8BB42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80A01D8-6C9F-C291-AC36-7824DBECDE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12445CF-9D49-26F9-B8D9-BB2232C84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52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3007-05E6-6F54-5063-9C0F4A39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0C943FD-802D-BFC8-5417-DC1C8D33C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2AAB3FE-0FF3-A22F-272E-B72EE2A0B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1ACD556-75D5-8440-68F0-A4F0B7814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131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63AD-FAD7-BDDE-F113-2DF0B19C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AA8FC2F-60B2-DA5A-E4E4-AE604D4375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9D287E7-2F27-7EEC-C162-A0BD140590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C023356-3788-6FD6-D947-16F62DE7D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670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BE7D0-1E17-3905-ADC4-8769A7B7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1E36256-DA29-F4E0-7F61-CB92C028C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AE3DE4-C3B3-E2C0-74AB-3A92AF36EF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BCE0FD7F-FE98-C65B-5DEF-15C05D31B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68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626B-AD2F-0083-AD02-CAFBBA5C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8070BB5-1430-B25E-816F-C17AC6EDE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93B57CE-1F9C-E4FE-C765-7C35903D66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EAEC4C-3B48-61B0-2D24-DA9CF9B8D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17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5A30-DB56-17AD-6E38-65CED790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54FBC35-96D8-3833-E634-AA5570EDFC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06AD37-7833-7907-185B-9CE275F6F1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B58E07-BEA1-03FC-9CDD-A26EFBF56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282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E198-571B-ED5F-3489-D5B96A14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DB5ED89-C9E4-A237-5448-E0D888C60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99E47E4-3D0E-E679-88E6-DF14B82CFC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52A5B12-7DC5-9528-FE60-F0AE9DA18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140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3797-3868-0087-6C7E-9F900FC7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665E02-E1DD-F7C0-5488-31AFFE6A96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E6076C7-10AA-6255-81C9-63839F1EED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71A9CF8-0FD0-0089-C2D4-14BF43103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595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68AE-905D-F0F7-DCB3-7DC1596E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C5A20F9-27A8-B427-48AF-F2F18762FD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347CBDB-96C8-2F48-E2F0-D88D3490C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7FAD968-C661-A4B5-9B49-DF0E876FD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4169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1608-4625-7762-6710-A9F9954B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B6A44DD-2918-486D-9BF5-E931A4AE28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0386EEE-C8BB-D29E-DF38-726EC39F9A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BA2D98E-C2D4-CB87-8CB5-CE29CD079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474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78EE-03B6-1679-EE9A-998C3F17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4C818D-E84E-1B3C-EA60-34AD4D81BD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7C270BF-E4B5-C584-E0BB-169814A9F0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1582D1-C5B5-9AA8-DEA2-B2A40EA5F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385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1991-BFB5-45C5-004E-75562764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135AF0E-9FA4-FBB0-6517-16613E41DB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E8C0055-ED0E-ADCE-0DB5-72A4C67E7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5A0E9E-79C6-5B71-DB28-1BB01E9DF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515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D365-7B46-4C76-0976-9FD9E1D0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FFB5EA0C-27D1-1569-2184-A94398A24A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96CDBDE-E111-4413-E1EB-2809183B2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29F4D7B-87B9-5E4B-CF6E-D4484BFAB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824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3A0B-EE3F-7B71-90CA-B582BA9C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3164D99-8A12-EDDF-E4CE-12CF5AA9F2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1E18D90-AEEA-889F-E9AF-4F9F4E8AFF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8BC0786-7955-6F1D-4EC4-AC6B4E5E7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700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1DA4-0AC3-9E4E-6CDC-DD6B4A90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30664E2-8F11-1917-4734-23237143C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01A4446-DBC5-C681-DC14-EA979A4090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88E841-2392-6823-96CB-54F6677EB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090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CCD2-EB33-115C-779B-8BBD7B5C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1598ED1-A40B-5AD3-724D-DB51FF3923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CE9E71-6873-D7DB-E27D-4E172A673D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F6C94FE-33FC-5BD2-2A5D-8D4DD7CA9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009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EEB8-5D3C-D2D3-D1A1-B45B8D7C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77F0950-D4FC-2773-55CE-6CE1D2B6E0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8798B65-1166-B3B7-9C3B-AFE735DCF7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B807333-974A-FA1B-E270-4BFFCE55C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136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96E9-018B-B30D-1143-880B69CB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E1D5800-2823-C2BB-B4E4-44DF3F3E1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C1005CA-D7AA-03B2-0016-51D918BC6B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0041ED7-BC33-28E9-E40A-BF46C70EF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5598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362C-735B-0FB9-4FFA-73A8BE71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58104E2-19BB-5ABA-5322-440AE02662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1E7945A2-0B36-18C4-D3AD-FFFBE4EDAD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DDD71C-B044-989C-C724-8C205D896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502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66BB-3276-F9A6-7592-11EB3135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0995A47-163B-6791-4880-1B3977B07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558489A-53D1-130C-C25C-65CA5932DC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30600AC-B479-B102-EBA9-F0DB6A032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58410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98E9-BA61-8F5C-59C8-D10624A0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2873EEF-B3A1-75A5-52EC-6E7FDEB61A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0C68569-CCEC-B710-2B5F-2FBAB8F591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647555-59CD-47DF-6BD8-354EF5F2E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944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340E-A614-8E73-CDE3-810C6ED7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383CA8A-7400-A029-FF69-563EF186AB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4FBD85-B135-6DD8-8A61-B30B98FCB8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3B753F8-4DED-2F16-1E2E-250CFD0AE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3645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B402-B4A2-B1AC-E2DC-3B13F55F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5479D46-7AE8-2801-A4B0-DE4F5662E6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BEF353-3419-1BB1-18AC-8039AE6DDC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5AF092C-E32D-F364-6D79-FA00C83FEE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917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D8CA-E200-A0A3-5ADB-B7B1FB10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31D1EBA-C2F6-3F57-7869-D1467C510F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847EA1F4-77CE-5194-40E8-A57154231B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C618832-5CB7-7C23-148D-89EDF998A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132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2BB6-BE2F-7046-ED20-79A17C17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977EB8A-22F4-8E61-C0CF-09786E588A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84D6416-D589-EC7B-A2AE-A8DCAFEB74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E725543-A28D-7F7E-15FD-38F2AAC6FC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249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4762-F652-94DE-0937-6728EC3A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85925D3-B3F2-AC78-63BD-B5AE224A85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7501F2D-CA43-21F8-C22D-1207CCB6FF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9F39FA-448B-72C1-1D9C-8FA0657F8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71870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C1ED-C0C7-99D8-FBAB-4230EABE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35695AB-C1DA-45D5-D703-1AA9F94F2C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34F9038-8555-AE27-D41B-FBACC109E3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C6B349C-4EEC-1E4D-ED7C-71C63518F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3948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B7D9-43B7-CC5C-C88A-5851F2F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653B769-3494-1A9D-38AC-2D15C4FBA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1CE61B8-02B9-0DAC-E22A-4289BA6C4B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1C29CD8-915E-60A9-E14E-D9E764778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05012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E12D-C39B-44B4-29CB-5222E0F3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98A02A2-6672-4A3F-C740-CBE12E5F67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FD052F4-B26B-8BC5-C9B6-87B9B111E4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9589294-EA58-3833-F1FE-9654B6074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6474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09DC-19FD-961B-B8FA-0326178E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655D54A-7EA4-29AE-F39B-341898EB79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2EDF8EE-3B32-6305-3D2A-346809EF1F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6C05C1C-8A62-06DC-8BC7-70C710495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1408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52D9-AD3B-C095-9CD2-6939AB0C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A71FF94-65C0-0420-56CD-A46FDC432E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0F1C2E17-7597-147C-B3A3-C2D6D6ECB0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D5552D8-13E1-CE8F-9DA5-F2AE3D6A81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1116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F494-DB5C-F08A-C717-4B57520F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B06DDAE-5852-83A2-3E07-4F0CE57DB9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E5F6C9-EF6F-BE15-300A-BC3CE70CEE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94B4154-06CB-FC18-91A1-EECDA02361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3781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ED2B-77C9-FF52-2F67-A3B94817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0562AB7-E77E-4BE6-DC56-2BC8CC4529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152830C-E838-FF32-BB0B-AFA6870C1A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F4D4121-E387-271A-38F1-392223C2A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7524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693D-B099-AA9F-1751-16739DA2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F7327DB-D176-9FC8-0FD8-E81086BDE1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6FC8512-144D-8083-13B2-42D5F9FF77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9427A83-99F7-8BED-7447-40A502CDF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114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D163-965B-63F5-66B4-4B95809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2D8D91F-382A-F70D-00F7-F046E35F5C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47503AD-A363-9955-2D89-A0C7D812E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BAE2094-9A6C-B368-AEBC-B1D01701C7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83012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6C4-B2A7-8578-196B-66F92952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1C38E5A-887C-35C8-E34E-70A006E153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FEAD0D2-0160-52F1-A459-B0815E154A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D481AB6-1C0C-30D5-3FA7-482E7CB41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5372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7E4C-D169-D810-EA1B-B12D0E43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A1593EF-5198-083D-0975-6C9FB5A552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6D1E9D-2293-A3FA-C110-D953687903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6CBB337-7E81-83AE-5FEC-49314A3CB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9637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9900-2C44-68B3-B441-60BDE039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E57A871-05FD-9E54-D4EA-9E15A74166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89F345C-1598-BFAA-0D92-A1F4DD00B2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1E607EBC-F2FD-B31D-FCAF-37C394953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2722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6270-C6FA-38F9-538C-9BEED848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D2F1548-934B-ED78-AB87-08B393A8AC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C2A565F-9E15-1BEC-F5A9-A2576C9FBB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079E340-FA5F-B549-9CE0-408F58D50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4697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F6AA-2A1D-3C2F-AA5F-583E7168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9D9A978-6E53-E6A3-0AE5-549D7E693C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C23194-98B9-B9AC-6606-294350F1B5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E95ECAB-4C17-CBD9-0E06-77D3360CD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6073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4DF7-1761-98EB-9FD5-A9B53F03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3C930DB-E0F6-3EF8-A581-D9B5C14A39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185C7BA-40EA-025F-AC86-915DEC6ED5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3AB64ED-FDED-2881-4500-F05EE79C0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8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235E2-BCBB-A9BE-E30F-346A83B7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8B1EB7-3411-6815-A2FD-2CC61C197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28ECD-B81C-1376-0A32-72D0B5D7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6D91B-30D4-66A0-F643-ECD98082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F6756-D8FE-9726-821F-BD06136E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16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146CE-E0C6-E701-EDEC-F3D03DA5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DEC3D-2AE3-01AD-F0B0-2B64C35F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D1322-9ADC-F6CB-C8B6-1DF740FA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5F709-C824-05D0-BB9C-EFA8F018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BDA4F-6838-7B69-8770-7E38C8FD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D48A7-5A7F-7363-D457-FC9E0A22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2F8B53-5D5A-7BEF-DC06-30A79B73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28562-563B-C797-825E-6BAEF8CF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7C4AB-3175-8770-E22A-4C639DC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928C4-98C9-8490-7BB2-C5C956A0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4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C6074-A5B3-981D-811A-8AAA2E08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6E737-CE0D-6639-53BD-66EF87EEB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DA9A2-78E8-4F9C-66BE-ABC7FD829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47BC76-6340-7198-655B-2F8E6A76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316389-A324-2D98-5DF2-C2E6BE0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CA08F9-1CD9-35EB-799E-CD7D8924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47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7681-2CED-C306-8F39-AA0D4A96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07C34C-58D0-B04F-4230-76B9DCFF1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5234EB-DC18-A8AB-19BE-FCF0614B3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BC39C7-1891-3050-4A8E-55150B967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68F8AC-9551-F1F1-4E97-B6B8E5B1A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56A95F-1D44-30F6-AAFF-10B6B578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1C74C1-1C0B-AD83-0337-73E04568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0F6D52-0213-B6D8-8373-C6792E31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1B6C4-2D11-786F-F3EF-C85C7DBB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7DEFC0-3A6C-EE3B-94C9-4448865D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2C961-29E3-DB10-0939-1C13C0F2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0EAC5B-8F7D-4738-0048-88F2A4BC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0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3DD53A-DFE7-CA0B-12D5-2BEE2CA0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C13AE9-CEE5-9A3A-F8A3-E0D88DA7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7DE06-6B03-1083-2F8D-79C5DA23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2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8CD62-979E-17D8-42CB-3E8D6636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9A68A-4952-9929-5953-38DE4A2CE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ABB30-0746-6763-A71F-7946F690D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835CA-3378-92FD-02F7-E16B9D41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42A36-DAC8-4C1C-6F5E-2F37EBAF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681D3-309E-BF65-FEBB-BA7B10F7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44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47118-22FE-5CCB-E539-FB267CAD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105E82-20AA-895C-7DAF-4BACE0101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BE47E3-4FC4-00F9-DF70-1B18FEF5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B0EC03-69BD-EA4E-7955-97B7C84D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0A2D9A-F713-80A6-9B7F-C47C3A05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F5D986-85E2-F648-D536-0703F5C6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10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B747F-8422-6D44-CCB8-DCC80FF2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5538ED-28B7-6F5E-362A-72F670235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6B02F-24C6-0659-3083-4492EE7A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BE909-8984-EE1A-DBCD-84F40A02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A92AB-EFE7-7231-5B77-E2BFD1CA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5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57C4E4-4159-D833-F389-9972988AB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F4AB3-F970-89AC-CC05-EF292AAF1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4E0F7-3097-7909-324B-6DBDD588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DAB8E-D069-23A1-89EA-821B4897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5BA509-5212-1491-8DFB-2D29BDC0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07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B14E84-5DBF-12B9-9319-46D7CFBA7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393" y="6096000"/>
            <a:ext cx="458480" cy="46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0DA6E-C662-4856-9103-32CFA64D04E7}"/>
              </a:ext>
            </a:extLst>
          </p:cNvPr>
          <p:cNvSpPr txBox="1"/>
          <p:nvPr userDrawn="1"/>
        </p:nvSpPr>
        <p:spPr>
          <a:xfrm>
            <a:off x="4307635" y="506809"/>
            <a:ext cx="3576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endParaRPr lang="ko-KR" altLang="en-US" sz="2800" spc="-100" dirty="0">
              <a:solidFill>
                <a:srgbClr val="013469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21057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6B98B8-CC5A-D4F3-D473-B872E20E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48403-D989-5B9E-D840-7038673AB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8F1367-758A-134A-07FF-D54BF151B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7F5AB-CE62-D2A2-D80C-7EFC532FD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336C5-9AE4-92D2-7BD0-6422ABF0D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0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>
          <a:extLst>
            <a:ext uri="{FF2B5EF4-FFF2-40B4-BE49-F238E27FC236}">
              <ns2:creationId id="{A4E6DEC0-A5A5-35A9-84A8-F8B726734C4D}"/>
            </a:ext>
          </a:extLst>
        </ns0:cNvPr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5" name="직사각형 4">
            <a:extLst>
              <a:ext uri="{FF2B5EF4-FFF2-40B4-BE49-F238E27FC236}">
                <ns2:creationId id="{73CE4B1C-5382-3C5A-88A3-3952CEA8C8BE}"/>
              </a:ext>
            </a:extLst>
          </ns0:cNvPr>
          <ns0:cNvSpPr/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ns0:spPr>
        <ns0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ns0:txBody>
      </ns0:sp>
      <ns0:cxnSp>
        <ns0:nvCxnSpPr>
          <ns0:cNvPr id="4" name="직선 연결선 3">
            <a:extLst>
              <a:ext uri="{FF2B5EF4-FFF2-40B4-BE49-F238E27FC236}">
                <ns2:creationId id="{53C41594-D770-A263-7D85-8CC1754C62C1}"/>
              </a:ext>
            </a:extLst>
          </ns0:cNvPr>
          <ns0:cNvCxnSpPr>
            <a:cxnSpLocks/>
          </ns0:cNvCxnSpPr>
          <ns0:nvPr/>
        </ns0:nvCxnSpPr>
        <ns0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ns0:spPr>
        <ns0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ns0:style>
      </ns0:cxnSp>
      <ns0:sp>
        <ns0:nvSpPr>
          <ns0:cNvPr id="3" name="TextBox 2">
            <a:extLst>
              <a:ext uri="{FF2B5EF4-FFF2-40B4-BE49-F238E27FC236}">
                <ns2:creationId id="{E18E3F64-F3CB-A448-F3AD-DA108F4142C0}"/>
              </a:ext>
            </a:extLst>
          </ns0:cNvPr>
          <ns0:cNvSpPr txBox="1">
            <a:spLocks noChangeArrowheads="1"/>
          </ns0:cNvSpPr>
          <ns0:nvPr/>
        </ns0:nvSpPr>
        <ns0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ns0:spPr>
        <ns0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1일차 - 마인드셋 과정을 위한 마인드셋(안전한 울타리를 만들자)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ns0:txBody>
      </ns0:sp>
    </ns0:spTree>
    <ns0:extLst>
      <ns0:ext uri="{BB962C8B-B14F-4D97-AF65-F5344CB8AC3E}">
        <ns3:creationId val="1996747036"/>
      </ns0:ext>
    </ns0:extLst>
  </ns0:cSld>
  <ns0:clrMapOvr>
    <a:masterClrMapping/>
  </ns0:clrMapOvr>
  <ns0:transition spd="slow"/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E185-ACC9-6CD7-10C7-58834DA2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2ACD2C6-E6E0-69FF-72B6-4613925E5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6743A4-AC5A-0E28-1AC1-AFB76F08579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F30C0B-8284-10A9-A880-C46BD080B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39158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0FD0-1805-2EFC-37A6-1CBDE56F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4AF1B5D-F34D-89F9-91D0-203215CB0D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99D1C82-14CF-E1DC-3382-3C8A463B50A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0D0ACF-D695-9A37-3F82-D114B6AC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58772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E84B-C57F-D295-8B41-8E3F0246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AD92E44-0F68-7C3E-5394-CD5EA9EDB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6DFF6EA-B701-BFC9-8863-C074E43D657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AB0D4-3081-8AFC-5776-36A7AD1B5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77142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2011-B2E8-CBB6-79F8-A1CA6416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D7B0DDB-B2E9-4DBE-95AC-72B90648DA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9B069-6C9E-466C-A9AE-F9AF24EBE46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2D2974E-8123-0CB7-B9C4-1A55F346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4014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9716-C4D7-8E67-BC5A-F90DFA0E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6B41C36-E9F6-3D6B-E57D-5D68FBF548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283B9AC-8EEA-00CF-A39B-AEC58DD5E0C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C9AB06-0A75-FC32-C566-C27BEF939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38134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4DBF-BE2E-EBFC-8A9A-D11968CB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FB5BFC3-2274-CCBC-6090-5EFCC9BC6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89DFE3-9C6E-11ED-7527-A41C088597A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B3DFBE-C45C-6120-12AD-E5256983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33807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52B3-37F0-6505-7489-AEC865AF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048A2D-B709-DF51-D3C9-3EFC8B898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DD1D668-271F-52C7-9765-7D85904196D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E5D46E-4AC3-B0FD-2BF4-84BE3346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82665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0BD8-5A99-A252-F4F4-E472ADEC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31673C-EAC9-8538-8F63-5CA2F5B0DF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5D502-49B5-A0F0-E388-F7A4348578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206EF6-B709-A253-FE21-6C51F1E57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999975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0C04-8E13-B41A-0CBD-61378176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EAE864A-285C-AA23-CEC1-8F0945366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8F2426-7B4D-C9C9-57CE-628A0420856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797863-331A-9FB7-0946-051EF580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074713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3784-0719-8AEE-5C53-B502B4B6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0F6E15C-EC96-2094-E8E7-2A777D9925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C14AD97-BF6A-3E5A-4BCE-F16A6446D4BB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2B7954-919A-1659-FBC1-23C05012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564468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34B0-97AD-1ED3-5726-7889E131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9C464A5-CB5B-F99A-6AA9-1F81495D0B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436AED-11D7-901A-7C8E-673355D84EA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4665880-3609-00F4-7928-DC8683FCB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066153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7328-97A2-0462-964D-64BD5C23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603D5E-BD61-C3A9-C544-7CADE04182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6ABFFC-207A-E5FE-A376-F95D598F981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F90972-4036-9AFE-5F71-C7041D1D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72893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8716-7133-2F02-08B2-705C7148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F66E-3800-8CE8-BF60-83CEBB9A7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F971E9-55E9-4827-AE32-E53D63E9252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397F62-F25F-029B-BB23-FCBAF007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84259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0C2A-DDC7-1B7E-6703-C6E8E928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88EE57-E364-1548-E9CA-3E49EEE606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4B115F7-B4F8-6D47-5F7E-4147A0C9089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B7F2B2E-F6AB-DAFC-C088-2C9AE4DD3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08779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55FF-BF16-ECA7-11DC-7F2EC97B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E3D5E-B55B-973A-CDE9-C56BF0D0D2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697CF40-6ACE-C75C-E037-026780CC0F8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83F944-A7C0-82EA-D78E-7DF1FCEE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16467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6902-14D6-3159-6B82-6BE03EDA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A4D6A-5FCF-BAA0-81E6-984EB5D66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FE9A3-A438-A62A-9E38-49656F37DDA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BF111B-FBC4-5DD0-559D-9E1344A5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234058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9D9-5D41-CAD1-D27D-13421909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C7A586-B556-14D5-F592-4F5CC8DED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D16B32-C52A-EBF9-9155-621CA8FFDC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BB4CDC-B704-0ECF-097F-15AD8361F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783876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E8F5-7BCB-12E8-7149-D3B1CA05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0B05197-7C62-2313-DA6E-0FE4868B2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6B97F1A-60A0-A040-2E4B-0AA15FD3234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6FFEE8-9551-DAD8-6457-D5B2CF2E8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026340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32FD-CE3B-E052-3C97-34F2633F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70D5771-A137-2E2C-FE21-930343FF74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E58B57-6488-9A83-8476-173746E18B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5970E5-BFC0-4C60-7B4A-74F7BF6D8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14115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CABC-4FC8-A31A-EB74-4860C233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ACDB5BA-6A01-D354-308D-A2A1DF90D1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30022C9-E9BB-AB4E-4EC0-2C1966308D4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070633-ABAF-DC10-9564-BFDE8DBEC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694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C49D-5A0E-9C45-0ED8-F26FB192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73E794D-15A4-7397-9D5A-95CE7FADA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9FB545-DE83-630D-FF16-3195CF8128C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4309BF-7D76-18F2-E2D9-81FC61FB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5268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1793-79DD-07CF-DF12-7E17E881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9F043FA-3F0D-39C6-0440-8838456BB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B8BDC1-E259-0C25-EC7E-2072FA94C7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FA8338-10AA-E845-9104-92AF36F1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5207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FDF4-C32A-0A87-C261-351950CC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157DE1-B503-9705-AFF3-BAD52A2E3E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700ED-A22B-7AF1-AC66-7CD826259EC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B656F5-DC26-262D-B4A8-AEA3929D9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1252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FA35-2B91-08AB-1E84-6ED11DDD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707CF3-180B-C773-F868-140032170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CA0FC2D-53FA-8EC3-7DB5-2522E06D4C3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64305E-6889-CCDC-5B1F-25EC4583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145838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1554-F48D-F7F9-875B-887F16AD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AD1EB92-DE1F-B62B-88A4-5FF172660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CADE09-49EC-CEB5-F377-6742BFF06F3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AF25DF-7E13-A2FB-5C33-9089E4183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39007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5D48-AADB-5A8A-3A13-EF143422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C44C97F-664E-BC1C-AE2A-7244DC662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A393BD-C0AD-2A4E-DA6C-18EB89F8DE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A2F7C9-90E3-871F-C177-77AAB54D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03480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CFF5-26A0-B5EB-CD60-4604FEBE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6DAA6F-C0B3-7FDD-A6CE-9DB421DAF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D81B25-218C-E841-C11D-1526DD273AE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D85F5D-1967-8BDC-4285-11705C27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88043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9F60-279A-491F-0A60-E1ABB51E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4E04DF7-F68D-DE96-E769-987177D6F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00BC56-B571-29CF-2540-A78DCCD7392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FAACE5-3A30-7A70-0505-0A68DB216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18852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EE4A-E34D-1A0D-F7F8-FA604DE7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BA7049-FE6B-CF3C-42DE-CDB6F4F11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91C537-088D-DE90-35BB-52379986A38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21712A-BB11-4E21-6542-7CC2F2FCC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61907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7861-5420-2889-CBC7-B3560886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3BD6-8058-6F9C-B24D-AC784B9852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42789F3-3494-65BD-3FDA-CB23B229C4F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6CCB0E-FE6E-A0BF-2767-717932386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8898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0EF3-F3B2-574E-C0AF-60280447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DF2BA65-2908-13E1-7BD3-71A781597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9E18BCA-F7EE-8DE1-BDF3-13E78BBF1C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75A0EA-3A34-E18D-8201-F42ADEF7D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49177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FC8E-78CE-6D1F-DC15-B1E617BE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5457E-A8B3-FDC6-E105-43BE4D293A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D7CB900-9BAF-05C2-F7CC-47A3FC6F00F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FF21557-EF2C-8D20-4991-6FE9851F9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153455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9AA2-B7F4-2DF8-8E18-B50340A9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425C6E-0C1F-D87E-CA56-04A63D95E3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40D47CD-7A40-8CA5-7C72-F8361C181CD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6EBBBF-001B-5DE5-4C12-E06543BE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530600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2BCE-FCC4-F83B-12E1-A3B00649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80A8D49-901C-1A56-1E17-0076088EE7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257B35-B00C-9630-9B22-7A3067532D8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42A7C1-97BB-B999-30CE-C2A452EA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682673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B80C-F621-B945-7D84-FFD07A12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699E91E-3ACA-3CCC-7C7C-67E02CDDD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6AB059-2E66-E83F-6593-5412373BE7E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51B9CE-45C8-E919-FE47-F39960788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373205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0A8F-26D7-6517-9588-FE547B91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7035541-6F50-B551-5A20-AEED4A4230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4B202AB-7094-E45A-BB10-5A28453BA68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C3A6D7-EE96-6CA2-816D-2BD51B0BB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394668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7B5D-3B04-D3B2-F02B-3D8B1BC9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7B53A48-04D3-3187-057E-6E3C1F0F3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5F3A02F-8D9D-C12B-67C8-8350C0883FB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9D66C7-F3F2-F9BD-27DD-89E3FA817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7064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C7AC-4A6D-B95F-0256-E4666D25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A12E49F-6A37-321D-DCB5-8968A7B322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0E4B0E-A7FD-82FA-483E-0EBCE7F685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1B5105-1EFE-96DE-A115-B145B84B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45926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F9B0-0489-0E93-ECD6-708FD299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FBB766E-907D-4C7D-9091-6C80892BF4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56CD08-53D6-5A27-7F66-31400F2EFB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7BFCA9-723B-D626-41C9-CBF485956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912601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58E1-03D6-0504-100F-73D485EC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65392E-E059-6430-E443-9E25A9C31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AE029F-FB42-FFD6-D2F9-591A58DD3A8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BB48F8-27A6-7861-D414-4890FDA65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330819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2A8E-BFAD-BC45-5545-8F091C13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B68BA8B-0B45-AFEF-0987-CEDD24E179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6765F77-36CE-279D-5BB5-E97E842EA1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374837-6DB1-4729-3D80-EF7D098EB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72057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EE01-6F56-2EBB-4E2D-9037D819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565D446-2D74-82BB-6D48-EA5B6019CA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75DE00B-B0F4-F6E1-63DD-7A1E16D573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87A6A8-600B-4393-CCB8-8A0CC760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6785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CDA9-D1E7-D72C-F722-0F74FAF6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0C9F43D-1889-099A-027A-1A47A5F44D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56F6A1-BBA7-A240-E3F6-245B710731A4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496F82-3217-B9B2-DB08-B2525CE7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37865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FF5A-72FD-039B-1B60-14F3D59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9559B5E-F79C-E1B3-ADAB-7640636A77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E04EE1E-12A9-1CDA-C9A8-F2FCF413622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539755-31AA-6E8D-7C84-B43A14A6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533779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</Words>
  <Application>Microsoft Office PowerPoint</Application>
  <PresentationFormat>와이드스크린</PresentationFormat>
  <Paragraphs>92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Arial</vt:lpstr>
      <vt:lpstr>G마켓 산스 Bold</vt:lpstr>
      <vt:lpstr>G마켓 산스 Medium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전</dc:creator>
  <cp:lastModifiedBy>종목 전</cp:lastModifiedBy>
  <cp:revision>1</cp:revision>
  <dcterms:created xsi:type="dcterms:W3CDTF">2026-03-28T03:27:39Z</dcterms:created>
  <dcterms:modified xsi:type="dcterms:W3CDTF">2026-03-28T03:28:49Z</dcterms:modified>
</cp:coreProperties>
</file>
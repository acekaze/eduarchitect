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도구 예시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19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44784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509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B37"/>
                </a:solidFill>
              </a:rPr>
              <a:t>대표 도구는 이 정도만 알고 있으면 충분하다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57276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637181"/>
                </a:solidFill>
              </a:rPr>
              <a:t>툴을 외우기보다, 어떤 목적에 어떤 도구가 대표적인지 감을 잡는 슬라이드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121408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범용 LLM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42416" y="230428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ChatGPT / Claude / Gemini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2416" y="2798064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생각 열기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초안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질문 설계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121408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소스 기반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654296" y="230428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NotebookLM / LilysAI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54296" y="2798064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자료 이해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비교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요약보다 검토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119872" y="1993392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121408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딥리서치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266176" y="230428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ChatGPT Deep Research / Gemini Deep Research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66176" y="2798064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외부 흐름 조사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보고서형 리서치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96112" y="3712464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3712464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840480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워크스페이스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042416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Microsoft 365 Copilot / Notion AI / Canva AI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2416" y="451713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일하는 공간 안에서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검색·정리·협업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507992" y="3712464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371246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3840480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/ UI 생성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654296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Gamma / Genspark / Stitch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54296" y="451713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덱 초안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슬라이드 구조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화면 시안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119872" y="3712464"/>
            <a:ext cx="32461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9872" y="371246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3840480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 / 영상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266176" y="4023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B37"/>
                </a:solidFill>
              </a:rPr>
              <a:t>Midjourney / Seedance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66176" y="451713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비주얼 무드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영상 데모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F2B37"/>
                </a:solidFill>
              </a:rPr>
              <a:t>표현 수단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96112" y="55046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37181"/>
                </a:solidFill>
              </a:rPr>
              <a:t>핵심은 ‘어떤 툴이 최고인가’보다, ‘지금 내 목적에 어떤 이동수단이 가장 맞는가’를 판단하는 것이다.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 대표 도구 소개</dc:title>
  <dc:subject>생성형 AI 기초활용역량 대표 도구 소개 슬라이드</dc:subject>
  <dc:creator>OpenAI Codex</dc:creator>
  <cp:lastModifiedBy>OpenAI Codex</cp:lastModifiedBy>
  <cp:revision>1</cp:revision>
  <dcterms:created xsi:type="dcterms:W3CDTF">2026-04-10T01:40:40Z</dcterms:created>
  <dcterms:modified xsi:type="dcterms:W3CDTF">2026-04-10T01:40:40Z</dcterms:modified>
</cp:coreProperties>
</file>
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8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389888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1170432"/>
            <a:ext cx="44439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56832" y="1170432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335024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과정의 기준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1790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56832" y="2743200"/>
            <a:ext cx="4443984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56832" y="2743200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90779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다룰 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철학 3개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4MAT 흐름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예쁜 집 / 의사 비유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4425696"/>
            <a:ext cx="4443984" cy="1115568"/>
          </a:xfrm>
          <a:prstGeom prst="roundRect">
            <a:avLst>
              <a:gd name="adj" fmla="val 65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56832" y="4425696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459028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프레임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B37"/>
                </a:solidFill>
              </a:rPr>
              <a:t>CRAFTO · 10-80-10 · 1-3-1 · 피드백 루프 · 로드맵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7181"/>
                </a:solidFill>
              </a:rPr>
              <a:t>4 Hours / Workshop Deck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8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39696"/>
            <a:ext cx="2542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39696"/>
            <a:ext cx="254203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542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542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8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6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4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96112" y="4709160"/>
            <a:ext cx="103327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2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4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6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8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2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4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6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8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16368" y="2121408"/>
            <a:ext cx="373075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17536" y="24688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보고서를 쓰는 것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→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48256"/>
            <a:ext cx="4828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쉽게 설명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2048256"/>
            <a:ext cx="4828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" y="3803904"/>
            <a:ext cx="4828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803904"/>
            <a:ext cx="4828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4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8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2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4800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바로 답을 요구한다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청자도 목적도 빠져 있다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48006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맥락을 묻는다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청자와 제약을 확인한다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8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정보를 모은다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초안을 만든다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1987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쟁점을 드러낸다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구조를 세운다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6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65008" y="2084832"/>
            <a:ext cx="321868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6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3621024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07992" y="362102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19872" y="362102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2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4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6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8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7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75104"/>
            <a:ext cx="4773168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답은 바로 나온다.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하지만 내 목적, 청자, 제약은 빠져 있다.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37376" y="1975104"/>
            <a:ext cx="4791456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내 목적을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4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6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8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6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4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212848"/>
            <a:ext cx="20574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471830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실행 가능한 대안 3개를 본다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62288" y="2212848"/>
            <a:ext cx="20574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F2B37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4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8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7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0704" y="2139696"/>
            <a:ext cx="44805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2784" y="2139696"/>
            <a:ext cx="44805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0704" y="3913632"/>
            <a:ext cx="448056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72784" y="3913632"/>
            <a:ext cx="448056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2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4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6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툴보다 먼저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길 설계가 필요하다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출발지점이 어디인지, 목표지점이 무엇인지,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그리고 어떤 이동수단이 맞는지를 구분해야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4303D"/>
          </a:solidFill>
          <a:ln w="12700">
            <a:solidFill>
              <a:srgbClr val="567487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79792" y="1335024"/>
            <a:ext cx="3767328" cy="91440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marL="0" indent="0" algn="l">
              <a:buNone/>
            </a:pP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8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생각 열기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초안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자료 기반 이해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비교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검토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외부 흐름 조사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71232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여러 단계 연결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0656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화면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덱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이미지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15468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조금 더 수월해지고 싶은 장면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15968" y="1920240"/>
            <a:ext cx="27432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CRAFTO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Context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Role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Audience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Format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Tone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Option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39136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운용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인터뷰 요청문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10-80-10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1-3-1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피드백 포인트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029968"/>
            <a:ext cx="39136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이 항목이 비어 있으면,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AI가 너무 많은 것을 대신하게 된 것이다.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종합실습의 마지막은 항상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8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37181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1952" y="4297680"/>
            <a:ext cx="839419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와이드스크린</PresentationFormat>
  <Paragraphs>314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종목 전</cp:lastModifiedBy>
  <cp:revision>3</cp:revision>
  <dcterms:created xsi:type="dcterms:W3CDTF">2026-04-08T12:58:12Z</dcterms:created>
  <dcterms:modified xsi:type="dcterms:W3CDTF">2026-04-09T15:02:44Z</dcterms:modified>
</cp:coreProperties>
</file>
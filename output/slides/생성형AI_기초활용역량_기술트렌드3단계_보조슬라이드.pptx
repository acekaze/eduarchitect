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3774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기술 / 트렌드 3단계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841248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기술과 트렌드는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프롬프트에서 컨텍스트를 거쳐 하네스로 간다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77824" y="184708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37181"/>
                </a:solidFill>
              </a:rPr>
              <a:t>좋은 답을 뽑는 기술에서, 더 맞는 맥락을 설계하고, 결국 더 나은 실행 시스템을 묶는 방향으로 이동하고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359152"/>
            <a:ext cx="3291840" cy="3072384"/>
          </a:xfrm>
          <a:prstGeom prst="roundRect">
            <a:avLst>
              <a:gd name="adj" fmla="val 2381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2359152"/>
            <a:ext cx="32918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505456"/>
            <a:ext cx="2962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1단계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60704" y="267004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B37"/>
                </a:solidFill>
              </a:rPr>
              <a:t>프롬프트 엔지니어링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60704" y="3438144"/>
            <a:ext cx="296265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좋은 질문 문장을 만드는 단계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- 더 나은 답을 뽑기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- 역할과 형식 정하기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- 표현을 다듬기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462272" y="2359152"/>
            <a:ext cx="3291840" cy="3072384"/>
          </a:xfrm>
          <a:prstGeom prst="roundRect">
            <a:avLst>
              <a:gd name="adj" fmla="val 2381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62272" y="2359152"/>
            <a:ext cx="329184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2505456"/>
            <a:ext cx="2962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2단계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626864" y="267004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B37"/>
                </a:solidFill>
              </a:rPr>
              <a:t>컨텍스트 엔지니어링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26864" y="3438144"/>
            <a:ext cx="296265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더 맞는 맥락을 설계하는 단계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- 자료와 메모리 붙이기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- 청자와 제약 반영하기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- 일관된 기준 만들기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028432" y="2359152"/>
            <a:ext cx="3291840" cy="3072384"/>
          </a:xfrm>
          <a:prstGeom prst="roundRect">
            <a:avLst>
              <a:gd name="adj" fmla="val 2381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28432" y="2359152"/>
            <a:ext cx="329184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3024" y="2505456"/>
            <a:ext cx="2962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3단계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8193024" y="267004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B37"/>
                </a:solidFill>
              </a:rPr>
              <a:t>하네스 엔지니어링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193024" y="3438144"/>
            <a:ext cx="296265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도구와 흐름을 묶어 실제 업무 시스템으로 만드는 단계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- 여러 도구 연결하기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- 검증과 승인 넣기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- 실행 루프 설계하기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4151376" y="3675888"/>
            <a:ext cx="164592" cy="274320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17536" y="3675888"/>
            <a:ext cx="164592" cy="274320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961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40" i="1" dirty="0">
                <a:solidFill>
                  <a:srgbClr val="637181"/>
                </a:solidFill>
              </a:rPr>
              <a:t>핵심은 ‘프롬프트를 잘 쓰는 것’에서 멈추지 않고,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i="1" dirty="0">
                <a:solidFill>
                  <a:srgbClr val="637181"/>
                </a:solidFill>
              </a:rPr>
              <a:t>‘맥락을 설계하고, 실행 시스템까지 묶는 것’으로 가는 흐름을 이해하는 것이다.</a:t>
            </a:r>
            <a:endParaRPr lang="en-US" sz="12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프롬프트-컨텍스트-하네스 엔지니어링</dc:title>
  <dc:subject>생성형 AI 기초활용역량 3단계 트렌드 슬라이드</dc:subject>
  <dc:creator>OpenAI Codex</dc:creator>
  <cp:lastModifiedBy>OpenAI Codex</cp:lastModifiedBy>
  <cp:revision>1</cp:revision>
  <dcterms:created xsi:type="dcterms:W3CDTF">2026-04-10T01:53:56Z</dcterms:created>
  <dcterms:modified xsi:type="dcterms:W3CDTF">2026-04-10T01:53:56Z</dcterms:modified>
</cp:coreProperties>
</file>
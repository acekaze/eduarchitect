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18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EDUCATION TEMPLATE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Reflection / Debrief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48480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Reflection &amp; Debrief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판단과 결과를 SKMS 기준으로 정리합니다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01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2139696"/>
            <a:ext cx="100584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Self Review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671605" y="2139696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671605" y="21854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671703" y="2139696"/>
            <a:ext cx="8229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71703" y="21854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Action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315115" y="1591056"/>
            <a:ext cx="3419380" cy="4517136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8315115" y="1591056"/>
            <a:ext cx="3419380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479707" y="1737360"/>
            <a:ext cx="30901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DEBRIEF SPINE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8479707" y="1920240"/>
            <a:ext cx="30901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판단</a:t>
            </a:r>
            <a:r>
              <a:rPr lang="en-US" sz="12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기준과 학습 내용을 정리하는 시간입니다.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79707" y="2432304"/>
            <a:ext cx="3090196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결과를 확인하고,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Self Review와 SKMS 연결 질문을 통해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오늘 경험을 판단 구조와 현업 언어로 정리합니다.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진행 순서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4-step flow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디브리프는 4단계로 진행합니다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작성이 먼저이고, 전체 공유는 그 다음입니다.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02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6991160" cy="4187952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847088"/>
            <a:ext cx="6991160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1993392"/>
            <a:ext cx="6661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PROCESS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176272"/>
            <a:ext cx="6661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진행 흐름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" y="2560320"/>
            <a:ext cx="6661976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1. 팀 결과 확인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2. 팀별 Self Review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3. SKMS 연결 질문 토의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4. 대표조 공유 및 제출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7937" y="1847088"/>
            <a:ext cx="3776558" cy="4187952"/>
          </a:xfrm>
          <a:prstGeom prst="rect">
            <a:avLst/>
          </a:prstGeom>
          <a:solidFill>
            <a:srgbClr val="FFF0EA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957937" y="1847088"/>
            <a:ext cx="3776558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122529" y="1993392"/>
            <a:ext cx="34473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TIME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8122529" y="2176272"/>
            <a:ext cx="3447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60분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22529" y="2779776"/>
            <a:ext cx="344737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2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작성과 제출까지 포함한 시간입니다.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결과 확인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Result -&gt; Judgment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먼저 결과를 확인하겠습니다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03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4848092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4848092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45189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RESULT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45189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" y="2651760"/>
            <a:ext cx="45189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우리 팀의 결과는 어땠는가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어떤 장면이 가장 잘되었는가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어떤 </a:t>
            </a:r>
            <a:r>
              <a:rPr lang="en-US" sz="2000" dirty="0" err="1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부분이</a:t>
            </a:r>
            <a:r>
              <a:rPr lang="en-US" sz="2000" dirty="0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 </a:t>
            </a:r>
            <a:r>
              <a:rPr lang="ko-KR" altLang="en-US" sz="2000" dirty="0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아쉬웠는</a:t>
            </a:r>
            <a:r>
              <a:rPr lang="en-US" sz="2000" dirty="0">
                <a:solidFill>
                  <a:srgbClr val="525252"/>
                </a:solidFill>
                <a:ea typeface="SUIT Variable" pitchFamily="34" charset="-122"/>
                <a:cs typeface="SUIT Variable" pitchFamily="34" charset="-120"/>
              </a:rPr>
              <a:t>가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814870" y="1938528"/>
            <a:ext cx="5919626" cy="4023360"/>
          </a:xfrm>
          <a:prstGeom prst="rect">
            <a:avLst/>
          </a:prstGeom>
          <a:solidFill>
            <a:srgbClr val="FFF4EE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814870" y="1938528"/>
            <a:ext cx="5919626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79462" y="2084832"/>
            <a:ext cx="559044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JUDGMENT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979462" y="2267712"/>
            <a:ext cx="559044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79462" y="2651760"/>
            <a:ext cx="559044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결과는 어떤 판단에서 나왔는가</a:t>
            </a:r>
            <a:endParaRPr lang="en-US" sz="2000" dirty="0"/>
          </a:p>
          <a:p>
            <a:pPr marL="0" indent="0">
              <a:buNone/>
            </a:pPr>
            <a:r>
              <a:rPr lang="en-US" sz="2000" dirty="0" err="1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결과보다</a:t>
            </a: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 </a:t>
            </a:r>
            <a:r>
              <a:rPr lang="ko-KR" alt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중요한 </a:t>
            </a:r>
            <a:r>
              <a:rPr lang="en-US" sz="2000" dirty="0" err="1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판단</a:t>
            </a: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 </a:t>
            </a:r>
            <a:r>
              <a:rPr lang="en-US" sz="2000" dirty="0" err="1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구조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Self Review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4-step writing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Self Review는 이 순서로 정리합니다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서술형으로 길게 쓰기보다 핵심 문장 중심으로 정리해 주시면 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04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2705024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1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사실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1792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우리는 무엇을 결정했는가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14624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3314624" y="1938528"/>
            <a:ext cx="2705024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479216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2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3479216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이유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479216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왜 그렇게 판단했는가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048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172048" y="1938528"/>
            <a:ext cx="2705024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336640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3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336640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결과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36640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무엇이 좋아졌고 </a:t>
            </a:r>
            <a:r>
              <a:rPr lang="en-US" sz="1100" dirty="0" err="1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무엇이</a:t>
            </a: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 </a:t>
            </a:r>
            <a:r>
              <a:rPr lang="ko-KR" alt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잘 안 되었</a:t>
            </a:r>
            <a:r>
              <a:rPr lang="en-US" sz="1100" dirty="0" err="1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는가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9471" y="1938528"/>
            <a:ext cx="2705024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029471" y="1938528"/>
            <a:ext cx="2705024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9194063" y="2084832"/>
            <a:ext cx="237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4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9194063" y="2267712"/>
            <a:ext cx="237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학습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194063" y="2651760"/>
            <a:ext cx="237584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다음에는 무엇을 바꿀 것인가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1. 경영의 목적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목표를 무엇으로 두었는지, 그리고 그 기준이 팀 안에서 합의되어 있었는지를 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05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우리 팀의 목표는 무엇이었는가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목표는 어떻게 설정했는가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단기 성과와 장기 관점을 함께 보았는가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2. 의사결정의 구조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누가 결정했는가보다, 어떤 기준으로 결정했는가를 먼저 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06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누가 어떤 기준으로 결정했는가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판단 기준은 팀 안에서 공유되었는가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더 좋은 판단을 위해 어떤 정보가 더 필요했는가</a:t>
            </a:r>
            <a:endParaRPr lang="en-US" sz="11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3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3. 기능 간 연결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부분 판단이 전체 결과와 어떻게 연결되었는지 확인하는 전사 관점 질문입니다.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07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부분 판단이 전체 결과에 어떤 영향을 주었는가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기능 간 연결과 조정이 실제로 이루어졌는가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부분 최적화가 전체 성과를 해친 장면은 없었는가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4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4. 환경 변화 대응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변화 자체보다, 변화를 읽고 조정한 기준을 정리해 주시면 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08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변화 신호를 언제 감지했는가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환경 변화에 따라 무엇을 유지하고 무엇을 바꿨는가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전략 수정의 기준은 무엇이었는가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Review Point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Point 5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4198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Review Point 5. 리더의 역할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리더가 답을 냈는지보다, 팀 운영의 질을 어떻게 바꿨는지를 정리합니다.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09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11277295" cy="4023360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11277295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103120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TEAM QUESTIONS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86000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팀별로 정리할 질문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4378" y="299923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97258" y="292608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리더가 있어서 달라진 점은 무엇이었는가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814378" y="382219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97258" y="374904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리더는 방향, 우선순위, 역할, 소통을 어떻게 정리했는가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814378" y="4645152"/>
            <a:ext cx="91440" cy="91440"/>
          </a:xfrm>
          <a:prstGeom prst="ellipse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997258" y="4572000"/>
            <a:ext cx="1009431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dirty="0">
                <a:solidFill>
                  <a:srgbClr val="161616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리더의 개입이 판단의 질을 높였는가</a:t>
            </a:r>
            <a:endParaRPr lang="en-US" sz="11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Question 1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 질문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개념 이름만 적지 말고, 실제 장면과 연결해서 정리해 주십시오.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10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11277295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10948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시뮬레이션을 진행하면서 의사결정 순간마다 떠올랐거나, 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실제로</a:t>
            </a: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팀의 판단에 영향을 준 SKMS의 개념이 있다면 무엇이었습니까?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" y="2980944"/>
            <a:ext cx="1094811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그 개념이 구체적으로 어떤 상황에서, 어떤 방식으로 작용했는지 함께 정리합니다.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SKMS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Question 2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 연결 질문 2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오늘 경험을 현업 장면과 연결해서 적어 주시면 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11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11277295" cy="4041648"/>
          </a:xfrm>
          <a:prstGeom prst="rect">
            <a:avLst/>
          </a:prstGeom>
          <a:solidFill>
            <a:srgbClr val="FFFFFF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938528"/>
            <a:ext cx="11277295" cy="109728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" y="2084832"/>
            <a:ext cx="10948111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QUESTION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621792" y="2267712"/>
            <a:ext cx="109481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오늘 경험을 통해 </a:t>
            </a:r>
            <a:r>
              <a:rPr lang="en-US" sz="2000" b="1" dirty="0" err="1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SKMS가</a:t>
            </a: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  <a:r>
              <a:rPr lang="en-US" sz="2000" b="1" dirty="0" err="1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실제</a:t>
            </a: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기업경영에서 의사결정의 질을 </a:t>
            </a:r>
            <a:r>
              <a:rPr lang="en-US" sz="2000" b="1" dirty="0" err="1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높이거나</a:t>
            </a: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000" b="1" dirty="0" err="1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조직의</a:t>
            </a:r>
            <a:r>
              <a:rPr lang="en-US" sz="20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 실행력을 강화하는 데 기여할 수 있다고 느낀 지점이 있다면 무엇입니까?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" y="2980944"/>
            <a:ext cx="10948111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4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현업의 어떤 장면에 적용할 수 있는지도 함께 정리합니다.</a:t>
            </a:r>
            <a:endParaRPr lang="en-US" sz="11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7"/>
          </a:solidFill>
          <a:ln w="12700">
            <a:solidFill>
              <a:srgbClr val="FFF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002C"/>
          </a:solidFill>
          <a:ln w="12700">
            <a:solidFill>
              <a:srgbClr val="EA002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B10024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마무리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8315115" y="201168"/>
            <a:ext cx="34193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Share / Submit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77055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공유 및 제출 마무리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77055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, 모든 조는 제출까지 완료해야 합니다.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457200" y="6419088"/>
            <a:ext cx="11277295" cy="0"/>
          </a:xfrm>
          <a:prstGeom prst="line">
            <a:avLst/>
          </a:prstGeom>
          <a:noFill/>
          <a:ln w="9525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172539" y="6473952"/>
            <a:ext cx="5619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B7D8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12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5205270" cy="109728"/>
          </a:xfrm>
          <a:prstGeom prst="rect">
            <a:avLst/>
          </a:prstGeom>
          <a:solidFill>
            <a:srgbClr val="B10024"/>
          </a:solidFill>
          <a:ln w="12700">
            <a:solidFill>
              <a:srgbClr val="B1002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1956816"/>
            <a:ext cx="11277296" cy="4023360"/>
          </a:xfrm>
          <a:prstGeom prst="rect">
            <a:avLst/>
          </a:prstGeom>
          <a:solidFill>
            <a:srgbClr val="FFF0EA"/>
          </a:solidFill>
          <a:ln w="11430">
            <a:solidFill>
              <a:srgbClr val="F0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1956816"/>
            <a:ext cx="11277296" cy="91441"/>
          </a:xfrm>
          <a:prstGeom prst="rect">
            <a:avLst/>
          </a:prstGeom>
          <a:solidFill>
            <a:srgbClr val="F47725"/>
          </a:solidFill>
          <a:ln w="12700">
            <a:solidFill>
              <a:srgbClr val="F4772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37028" y="2240280"/>
            <a:ext cx="5233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8B7D82"/>
                </a:solidFill>
                <a:latin typeface="SUIT Variable Medium" pitchFamily="34" charset="0"/>
                <a:ea typeface="SUIT Variable Medium" pitchFamily="34" charset="-122"/>
                <a:cs typeface="SUIT Variable Medium" pitchFamily="34" charset="-120"/>
              </a:rPr>
              <a:t>SUBMIT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737028" y="2423160"/>
            <a:ext cx="5233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1616"/>
                </a:solidFill>
                <a:latin typeface="Pretendard Variable" pitchFamily="34" charset="0"/>
                <a:ea typeface="Pretendard Variable" pitchFamily="34" charset="-122"/>
                <a:cs typeface="Pretendard Variable" pitchFamily="34" charset="-120"/>
              </a:rPr>
              <a:t>제출 체크리스트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7028" y="2880360"/>
            <a:ext cx="52332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대표조 또는 우수조 일부 전체 공유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팀별 Template final check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조별 제출 필수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525252"/>
                </a:solidFill>
                <a:latin typeface="SUIT Variable" pitchFamily="34" charset="0"/>
                <a:ea typeface="SUIT Variable" pitchFamily="34" charset="-122"/>
                <a:cs typeface="SUIT Variable" pitchFamily="34" charset="-120"/>
              </a:rPr>
              <a:t>mySUNI 업로드 완료 확인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 Variab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UI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547</Words>
  <Application>Microsoft Office PowerPoint</Application>
  <PresentationFormat>와이드스크린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Pretendard Variable</vt:lpstr>
      <vt:lpstr>SUIT Variable</vt:lpstr>
      <vt:lpstr>SUIT Variable Medium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전종목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FLP 디브리프 Carbon 2x</dc:title>
  <dc:subject>2026 FLP 디브리프 안내 슬라이드 Carbon 2x 버전</dc:subject>
  <dc:creator>OpenAI Codex</dc:creator>
  <cp:lastModifiedBy>종목 전</cp:lastModifiedBy>
  <cp:revision>4</cp:revision>
  <dcterms:created xsi:type="dcterms:W3CDTF">2026-04-19T11:23:34Z</dcterms:created>
  <dcterms:modified xsi:type="dcterms:W3CDTF">2026-04-21T11:05:55Z</dcterms:modified>
</cp:coreProperties>
</file>
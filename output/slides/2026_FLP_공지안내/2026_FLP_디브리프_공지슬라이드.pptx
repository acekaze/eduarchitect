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3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4651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2026 FLP DEBRIEF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463040" y="1627632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2B37"/>
                </a:solidFill>
              </a:rPr>
              <a:t>Reflection &amp; Debrief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828800" y="269748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37181"/>
                </a:solidFill>
              </a:rPr>
              <a:t>팀별 판단과 결과를 SKMS 기준으로 정리합니다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057400" y="44348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057400" y="4535424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B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Self Review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44348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754880" y="4535424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B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SKMS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52360" y="44348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4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452360" y="4535424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B52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Action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진행 순서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9235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B37"/>
                </a:solidFill>
              </a:rPr>
              <a:t>오늘 디브리프는 4단계로 진행합니다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59536" y="16276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37181"/>
                </a:solidFill>
              </a:rPr>
              <a:t>팀별 작성이 먼저이고, 전체 공유는 그 다음입니다.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7824" y="1901952"/>
            <a:ext cx="7479792" cy="4096512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77824" y="1901952"/>
            <a:ext cx="7479792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78992" y="2066544"/>
            <a:ext cx="7077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Process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2249424"/>
            <a:ext cx="70774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B37"/>
                </a:solidFill>
              </a:rPr>
              <a:t>진행 흐름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78992" y="2816352"/>
            <a:ext cx="7077456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20" dirty="0">
                <a:solidFill>
                  <a:srgbClr val="1F2B37"/>
                </a:solidFill>
              </a:rPr>
              <a:t>1. 팀 결과 확인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1F2B37"/>
                </a:solidFill>
              </a:rPr>
              <a:t>2. 팀별 Self Review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1F2B37"/>
                </a:solidFill>
              </a:rPr>
              <a:t>3. SKMS 연결 질문 토의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1F2B37"/>
                </a:solidFill>
              </a:rPr>
              <a:t>4. 대표조 공유 및 제출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595360" y="1901952"/>
            <a:ext cx="2670048" cy="4096512"/>
          </a:xfrm>
          <a:prstGeom prst="roundRect">
            <a:avLst>
              <a:gd name="adj" fmla="val 2740"/>
            </a:avLst>
          </a:prstGeom>
          <a:solidFill>
            <a:srgbClr val="EEF4FE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595360" y="1901952"/>
            <a:ext cx="2670048" cy="91440"/>
          </a:xfrm>
          <a:prstGeom prst="rect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796528" y="2066544"/>
            <a:ext cx="2267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Time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796528" y="2249424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B37"/>
                </a:solidFill>
              </a:rPr>
              <a:t>60분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796528" y="2816352"/>
            <a:ext cx="2267712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20" dirty="0">
                <a:solidFill>
                  <a:srgbClr val="1F2B37"/>
                </a:solidFill>
              </a:rPr>
              <a:t>결과 확인보다 판단 기준과 학습 내용을 정리하는 시간입니다.</a:t>
            </a:r>
            <a:endParaRPr lang="en-US" sz="12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결과 확인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9235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B37"/>
                </a:solidFill>
              </a:rPr>
              <a:t>먼저 결과를 확인하겠습니다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59536" y="16276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37181"/>
                </a:solidFill>
              </a:rPr>
              <a:t>결과가 좋았던 팀도, 좋지 않았던 팀도 모두 같은 기준으로 보겠습니다.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7824" y="1938528"/>
            <a:ext cx="4882896" cy="4041648"/>
          </a:xfrm>
          <a:prstGeom prst="roundRect">
            <a:avLst>
              <a:gd name="adj" fmla="val 1810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77824" y="1938528"/>
            <a:ext cx="4882896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78992" y="2103120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Result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228600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좌측에서 확인할 것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8992" y="2852928"/>
            <a:ext cx="4480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dirty="0">
                <a:solidFill>
                  <a:srgbClr val="1F2B37"/>
                </a:solidFill>
              </a:rPr>
              <a:t>우리 팀의 결과는 어땠는가</a:t>
            </a:r>
            <a:endParaRPr lang="en-US" sz="1260" dirty="0"/>
          </a:p>
          <a:p>
            <a:pPr marL="0" indent="0" algn="l">
              <a:buNone/>
            </a:pPr>
            <a:r>
              <a:rPr lang="en-US" sz="1260" dirty="0">
                <a:solidFill>
                  <a:srgbClr val="1F2B37"/>
                </a:solidFill>
              </a:rPr>
              <a:t>어떤 장면이 가장 잘되었는가</a:t>
            </a:r>
            <a:endParaRPr lang="en-US" sz="1260" dirty="0"/>
          </a:p>
          <a:p>
            <a:pPr marL="0" indent="0" algn="l">
              <a:buNone/>
            </a:pPr>
            <a:r>
              <a:rPr lang="en-US" sz="1260" dirty="0">
                <a:solidFill>
                  <a:srgbClr val="1F2B37"/>
                </a:solidFill>
              </a:rPr>
              <a:t>어떤 부분이 꼬였는가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6144768" y="1938528"/>
            <a:ext cx="5120640" cy="4041648"/>
          </a:xfrm>
          <a:prstGeom prst="roundRect">
            <a:avLst>
              <a:gd name="adj" fmla="val 1810"/>
            </a:avLst>
          </a:prstGeom>
          <a:solidFill>
            <a:srgbClr val="F9EFE5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144768" y="1938528"/>
            <a:ext cx="5120640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345936" y="2103120"/>
            <a:ext cx="4718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Judgment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45936" y="2286000"/>
            <a:ext cx="4718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우측에서 확인할 것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45936" y="2852928"/>
            <a:ext cx="471830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B37"/>
                </a:solidFill>
              </a:rPr>
              <a:t>그 결과는 어떤 판단에서 나왔는가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B37"/>
                </a:solidFill>
              </a:rPr>
              <a:t>결과보다 판단 구조를 먼저 본다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Self Review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9235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B37"/>
                </a:solidFill>
              </a:rPr>
              <a:t>Self Review는 이 순서로 정리합니다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59536" y="16276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37181"/>
                </a:solidFill>
              </a:rPr>
              <a:t>서술형으로 길게 쓰기보다 핵심 문장 중심으로 정리해 주시면 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7824" y="1901952"/>
            <a:ext cx="2395728" cy="404164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77824" y="1901952"/>
            <a:ext cx="239572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78992" y="2066544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2249424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사실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78992" y="2816352"/>
            <a:ext cx="199339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20" dirty="0">
                <a:solidFill>
                  <a:srgbClr val="1F2B37"/>
                </a:solidFill>
              </a:rPr>
              <a:t>우리는 무엇을 결정했는가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3511296" y="1901952"/>
            <a:ext cx="2395728" cy="404164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511296" y="1901952"/>
            <a:ext cx="2395728" cy="91440"/>
          </a:xfrm>
          <a:prstGeom prst="rect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712464" y="2066544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12464" y="2249424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이유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712464" y="2816352"/>
            <a:ext cx="199339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20" dirty="0">
                <a:solidFill>
                  <a:srgbClr val="1F2B37"/>
                </a:solidFill>
              </a:rPr>
              <a:t>왜 그렇게 판단했는가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6144768" y="1901952"/>
            <a:ext cx="2395728" cy="404164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144768" y="1901952"/>
            <a:ext cx="2395728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345936" y="2066544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45936" y="2249424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결과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345936" y="2816352"/>
            <a:ext cx="199339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20" dirty="0">
                <a:solidFill>
                  <a:srgbClr val="1F2B37"/>
                </a:solidFill>
              </a:rPr>
              <a:t>무엇이 좋아졌고 무엇이 꼬였는가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8778240" y="1901952"/>
            <a:ext cx="2395728" cy="404164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778240" y="1901952"/>
            <a:ext cx="2395728" cy="9144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979408" y="2066544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979408" y="2249424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B37"/>
                </a:solidFill>
              </a:rPr>
              <a:t>학습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979408" y="2816352"/>
            <a:ext cx="199339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20" dirty="0">
                <a:solidFill>
                  <a:srgbClr val="1F2B37"/>
                </a:solidFill>
              </a:rPr>
              <a:t>다음에는 무엇을 바꿀 것인가</a:t>
            </a:r>
            <a:endParaRPr lang="en-US" sz="12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Review Point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9235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B37"/>
                </a:solidFill>
              </a:rPr>
              <a:t>Review Point 1. 경영의 목적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59536" y="16276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37181"/>
                </a:solidFill>
              </a:rPr>
              <a:t>목표를 무엇으로 두었는지, 그리고 그 기준이 팀 안에서 합의되어 있었는지를 봅니다.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7824" y="1901952"/>
            <a:ext cx="10369296" cy="4096512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77824" y="1901952"/>
            <a:ext cx="10369296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78992" y="2066544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Questions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2249424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팀별로 정리할 질문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52144" y="2852928"/>
            <a:ext cx="91440" cy="9144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335024" y="2779776"/>
            <a:ext cx="9418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우리 팀의 목표는 무엇이었는가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1152144" y="3657600"/>
            <a:ext cx="91440" cy="9144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335024" y="3584448"/>
            <a:ext cx="9418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그 목표는 어떻게 설정했는가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1152144" y="4462272"/>
            <a:ext cx="91440" cy="9144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335024" y="4389120"/>
            <a:ext cx="9418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단기 성과와 장기 관점을 함께 보았는가</a:t>
            </a:r>
            <a:endParaRPr lang="en-US" sz="13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Review Point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9235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B37"/>
                </a:solidFill>
              </a:rPr>
              <a:t>Review Point 2. 의사결정의 구조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59536" y="16276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37181"/>
                </a:solidFill>
              </a:rPr>
              <a:t>누가 결정했는가보다, 어떤 기준으로 결정했는가를 먼저 봅니다.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7824" y="1901952"/>
            <a:ext cx="10369296" cy="4096512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77824" y="1901952"/>
            <a:ext cx="10369296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78992" y="2066544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Questions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2249424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팀별로 정리할 질문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52144" y="2852928"/>
            <a:ext cx="91440" cy="9144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335024" y="2779776"/>
            <a:ext cx="9418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누가 어떤 기준으로 결정했는가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1152144" y="3657600"/>
            <a:ext cx="91440" cy="9144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335024" y="3584448"/>
            <a:ext cx="9418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판단 기준은 팀 안에서 공유되었는가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1152144" y="4462272"/>
            <a:ext cx="91440" cy="9144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335024" y="4389120"/>
            <a:ext cx="9418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더 좋은 판단을 위해 어떤 정보가 더 필요했는가</a:t>
            </a:r>
            <a:endParaRPr lang="en-US" sz="13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Review Point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9235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B37"/>
                </a:solidFill>
              </a:rPr>
              <a:t>Review Point 3. 기능 간 연결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59536" y="16276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37181"/>
                </a:solidFill>
              </a:rPr>
              <a:t>부분 판단이 전체 결과와 어떻게 연결되었는지 확인하는 전사 관점 질문입니다.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7824" y="1901952"/>
            <a:ext cx="10369296" cy="4096512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77824" y="1901952"/>
            <a:ext cx="10369296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78992" y="2066544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Questions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2249424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팀별로 정리할 질문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52144" y="2852928"/>
            <a:ext cx="91440" cy="9144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335024" y="2779776"/>
            <a:ext cx="9418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부분 판단이 전체 결과에 어떤 영향을 주었는가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1152144" y="3657600"/>
            <a:ext cx="91440" cy="9144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335024" y="3584448"/>
            <a:ext cx="9418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기능 간 연결과 조정이 실제로 이루어졌는가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1152144" y="4462272"/>
            <a:ext cx="91440" cy="9144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335024" y="4389120"/>
            <a:ext cx="9418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부분 최적화가 전체 성과를 해친 장면은 없었는가</a:t>
            </a:r>
            <a:endParaRPr lang="en-US" sz="13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Review Point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9235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B37"/>
                </a:solidFill>
              </a:rPr>
              <a:t>Review Point 4. 환경 변화 대응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59536" y="16276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37181"/>
                </a:solidFill>
              </a:rPr>
              <a:t>변화 자체보다, 변화를 읽고 조정한 기준을 정리해 주시면 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7824" y="1901952"/>
            <a:ext cx="10369296" cy="4096512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77824" y="1901952"/>
            <a:ext cx="10369296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78992" y="2066544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Questions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2249424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팀별로 정리할 질문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52144" y="2852928"/>
            <a:ext cx="91440" cy="9144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335024" y="2779776"/>
            <a:ext cx="9418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변화 신호를 언제 감지했는가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1152144" y="3657600"/>
            <a:ext cx="91440" cy="9144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335024" y="3584448"/>
            <a:ext cx="9418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환경 변화에 따라 무엇을 유지하고 무엇을 바꿨는가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1152144" y="4462272"/>
            <a:ext cx="91440" cy="9144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335024" y="4389120"/>
            <a:ext cx="9418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전략 수정의 기준은 무엇이었는가</a:t>
            </a:r>
            <a:endParaRPr lang="en-US" sz="13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Review Point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9235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B37"/>
                </a:solidFill>
              </a:rPr>
              <a:t>Review Point 5. 리더의 역할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59536" y="16276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37181"/>
                </a:solidFill>
              </a:rPr>
              <a:t>리더가 답을 냈는지보다, 팀 운영의 질을 어떻게 바꿨는지를 정리합니다.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7824" y="1901952"/>
            <a:ext cx="10369296" cy="4096512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77824" y="1901952"/>
            <a:ext cx="10369296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78992" y="2066544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Questions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2249424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팀별로 정리할 질문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52144" y="2852928"/>
            <a:ext cx="91440" cy="9144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335024" y="2779776"/>
            <a:ext cx="9418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리더가 있어서 달라진 점은 무엇이었는가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1152144" y="3657600"/>
            <a:ext cx="91440" cy="9144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335024" y="3584448"/>
            <a:ext cx="9418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리더는 방향, 우선순위, 역할, 소통을 어떻게 정리했는가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1152144" y="4462272"/>
            <a:ext cx="91440" cy="9144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335024" y="4389120"/>
            <a:ext cx="9418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F2B37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리더의 개입이 판단의 질을 높였는가</a:t>
            </a:r>
            <a:endParaRPr lang="en-US" sz="13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SKMS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9235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B37"/>
                </a:solidFill>
              </a:rPr>
              <a:t>SKMS 연결 질문 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59536" y="16276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37181"/>
                </a:solidFill>
              </a:rPr>
              <a:t>개념 이름만 적지 말고, 실제 장면과 연결해서 정리해 주십시오.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7824" y="2103120"/>
            <a:ext cx="10369296" cy="3968496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77824" y="2103120"/>
            <a:ext cx="10369296" cy="91440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78992" y="226771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Question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2450592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시뮬레이션을 진행하면서 의사결정 순간마다 떠올랐거나, 실제로 팀의 판단에 영향을 준 SKMS의 개념이 있다면 무엇이었습니까?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8992" y="3017520"/>
            <a:ext cx="996696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B37"/>
                </a:solidFill>
              </a:rPr>
              <a:t>그 개념이 구체적으로 어떤 상황에서, 어떤 방식으로 작용했는지 함께 정리합니다.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SKMS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6355080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9235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B37"/>
                </a:solidFill>
              </a:rPr>
              <a:t>SKMS 연결 질문 2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59536" y="16276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37181"/>
                </a:solidFill>
              </a:rPr>
              <a:t>오늘 경험을 현업 장면과 연결해서 적어 주시면 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77824" y="2103120"/>
            <a:ext cx="10369296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77824" y="2103120"/>
            <a:ext cx="10369296" cy="91440"/>
          </a:xfrm>
          <a:prstGeom prst="rect">
            <a:avLst/>
          </a:prstGeom>
          <a:solidFill>
            <a:srgbClr val="B88A3A"/>
          </a:solidFill>
          <a:ln w="12700">
            <a:solidFill>
              <a:srgbClr val="B88A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78992" y="2267712"/>
            <a:ext cx="9966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Question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2450592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B37"/>
                </a:solidFill>
              </a:rPr>
              <a:t>오늘 경험을 통해 SKMS가 실제 기업경영에서 의사결정의 질을 높이거나 조직의 실행력을 강화하는 데 기여할 수 있다고 느낀 지점이 있다면 무엇입니까?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8992" y="3017520"/>
            <a:ext cx="9966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B37"/>
                </a:solidFill>
              </a:rPr>
              <a:t>현업의 어떤 장면에 적용할 수 있는지도 함께 정리합니다.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B52"/>
          </a:solidFill>
          <a:ln w="12700">
            <a:solidFill>
              <a:srgbClr val="1E3B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마무리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23774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37181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6684264"/>
            <a:ext cx="10835640" cy="0"/>
          </a:xfrm>
          <a:prstGeom prst="line">
            <a:avLst/>
          </a:prstGeom>
          <a:noFill/>
          <a:ln w="12700">
            <a:solidFill>
              <a:srgbClr val="D7D2C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41248" y="749808"/>
            <a:ext cx="9235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B37"/>
                </a:solidFill>
              </a:rPr>
              <a:t>공유 및 제출 마무리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862030" y="2106445"/>
            <a:ext cx="10380934" cy="4041648"/>
          </a:xfrm>
          <a:prstGeom prst="roundRect">
            <a:avLst>
              <a:gd name="adj" fmla="val 1810"/>
            </a:avLst>
          </a:prstGeom>
          <a:solidFill>
            <a:srgbClr val="EEF6EA"/>
          </a:solidFill>
          <a:ln w="12700">
            <a:solidFill>
              <a:srgbClr val="D7D2C8"/>
            </a:solidFill>
            <a:prstDash val="solid"/>
          </a:ln>
          <a:effectLst>
            <a:outerShdw blurRad="12700" dist="12700" dir="2700000" algn="bl" rotWithShape="0">
              <a:srgbClr val="20303C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 flipV="1">
            <a:off x="862030" y="2106445"/>
            <a:ext cx="10380934" cy="73152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063198" y="2271037"/>
            <a:ext cx="4718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472C4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Submit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63198" y="2453917"/>
            <a:ext cx="4718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B37"/>
                </a:solidFill>
              </a:rPr>
              <a:t>제출 체크리스트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63198" y="3020845"/>
            <a:ext cx="471830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dirty="0">
                <a:solidFill>
                  <a:srgbClr val="1F2B37"/>
                </a:solidFill>
              </a:rPr>
              <a:t>대표조 또는 우수조 일부 전체 공유</a:t>
            </a:r>
            <a:endParaRPr lang="en-US" sz="1260" dirty="0"/>
          </a:p>
          <a:p>
            <a:pPr marL="0" indent="0" algn="l">
              <a:buNone/>
            </a:pPr>
            <a:r>
              <a:rPr lang="en-US" sz="1260" dirty="0">
                <a:solidFill>
                  <a:srgbClr val="1F2B37"/>
                </a:solidFill>
              </a:rPr>
              <a:t>팀별 Template final check</a:t>
            </a:r>
            <a:endParaRPr lang="en-US" sz="1260" dirty="0"/>
          </a:p>
          <a:p>
            <a:pPr marL="0" indent="0" algn="l">
              <a:buNone/>
            </a:pPr>
            <a:r>
              <a:rPr lang="en-US" sz="1260" dirty="0">
                <a:solidFill>
                  <a:srgbClr val="1F2B37"/>
                </a:solidFill>
              </a:rPr>
              <a:t>조별 제출 필수</a:t>
            </a:r>
            <a:endParaRPr lang="en-US" sz="1260" dirty="0"/>
          </a:p>
          <a:p>
            <a:pPr marL="0" indent="0" algn="l">
              <a:buNone/>
            </a:pPr>
            <a:r>
              <a:rPr lang="en-US" sz="1260" dirty="0">
                <a:solidFill>
                  <a:srgbClr val="1F2B37"/>
                </a:solidFill>
              </a:rPr>
              <a:t>mySUNI 업로드 완료 확인</a:t>
            </a:r>
            <a:endParaRPr lang="en-US" sz="12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499</Words>
  <Application>Microsoft Office PowerPoint</Application>
  <PresentationFormat>와이드스크린</PresentationFormat>
  <Paragraphs>129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Pretendard Variable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전종목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FLP 디브리프</dc:title>
  <dc:subject>2026 FLP 디브리프 안내 슬라이드</dc:subject>
  <dc:creator>OpenAI Codex</dc:creator>
  <cp:lastModifiedBy>종목 전</cp:lastModifiedBy>
  <cp:revision>2</cp:revision>
  <dcterms:created xsi:type="dcterms:W3CDTF">2026-04-19T10:47:35Z</dcterms:created>
  <dcterms:modified xsi:type="dcterms:W3CDTF">2026-04-19T11:12:00Z</dcterms:modified>
</cp:coreProperties>
</file>
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EDUCATION TEMPLATE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Reflection / Debrief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48480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Reflection &amp; Debrief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판단과 결과를 SKMS 기준으로 정리합니다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01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8541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Self Review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1671605" y="2139696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1605" y="218541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SKMS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2671703" y="2139696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1703" y="218541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Action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8315115" y="1591056"/>
            <a:ext cx="3419380" cy="451713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15115" y="1591056"/>
            <a:ext cx="3419380" cy="109728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9707" y="1737360"/>
            <a:ext cx="30901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DEBRIEF SPINE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8479707" y="1920240"/>
            <a:ext cx="3090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 확인보다 판단 기준과 학습 내용을 정리하는 시간입니다.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79707" y="2432304"/>
            <a:ext cx="309019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결과를 확인하고,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Self Review와 SKMS 연결 질문을 통해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오늘 경험을 판단 구조와 현업 언어로 정리합니다.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진행 순서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4-step flow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 디브리프는 4단계로 진행합니다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작성이 먼저이고, 전체 공유는 그 다음입니다.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02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6991160" cy="4187952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47088"/>
            <a:ext cx="6991160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993392"/>
            <a:ext cx="6661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PROCESS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176272"/>
            <a:ext cx="6661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진행 흐름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" y="2560320"/>
            <a:ext cx="6661976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1. 팀 결과 확인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2. 팀별 Self 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3. SKMS 연결 질문 토의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4. 대표조 공유 및 제출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7937" y="1847088"/>
            <a:ext cx="3776558" cy="4187952"/>
          </a:xfrm>
          <a:prstGeom prst="rect">
            <a:avLst/>
          </a:prstGeom>
          <a:solidFill>
            <a:srgbClr val="F1F7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7937" y="1847088"/>
            <a:ext cx="3776558" cy="109728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2529" y="1993392"/>
            <a:ext cx="34473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TIME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8122529" y="2176272"/>
            <a:ext cx="3447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60분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22529" y="2779776"/>
            <a:ext cx="344737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작성과 제출까지 포함한 시간입니다.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결과 확인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Result -&gt; Judgment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먼저 결과를 확인하겠습니다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결과가 좋았던 팀도, 좋지 않았던 팀도 모두 같은 기준으로 보겠습니다.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03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4848092" cy="4023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38528"/>
            <a:ext cx="4848092" cy="109728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084832"/>
            <a:ext cx="45189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RESULT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67712"/>
            <a:ext cx="45189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좌측에서 볼 것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1792" y="2651760"/>
            <a:ext cx="45189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우리 팀의 결과는 어땠는가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어떤 장면이 가장 잘되었는가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어떤 부분이 꼬였는가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814870" y="1938528"/>
            <a:ext cx="5919626" cy="4023360"/>
          </a:xfrm>
          <a:prstGeom prst="rect">
            <a:avLst/>
          </a:prstGeom>
          <a:solidFill>
            <a:srgbClr val="FFF4E8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4870" y="1938528"/>
            <a:ext cx="5919626" cy="109728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79462" y="2084832"/>
            <a:ext cx="559044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JUDGMENT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5979462" y="2267712"/>
            <a:ext cx="55904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우측에서 볼 것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79462" y="2651760"/>
            <a:ext cx="559044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그 결과는 어떤 판단에서 나왔는가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결과보다 판단 구조를 먼저 본다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Self Review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4-step writing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Self Review는 이 순서로 정리합니다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서술형으로 길게 쓰기보다 핵심 문장 중심으로 정리해 주시면 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04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2705024" cy="4041648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38528"/>
            <a:ext cx="2705024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084832"/>
            <a:ext cx="237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1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67712"/>
            <a:ext cx="237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1792" y="2651760"/>
            <a:ext cx="23758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우리는 무엇을 결정했는가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4624" y="1938528"/>
            <a:ext cx="2705024" cy="4041648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4624" y="1938528"/>
            <a:ext cx="2705024" cy="109728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9216" y="2084832"/>
            <a:ext cx="237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2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479216" y="2267712"/>
            <a:ext cx="237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이유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79216" y="2651760"/>
            <a:ext cx="23758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왜 그렇게 판단했는가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048" y="1938528"/>
            <a:ext cx="2705024" cy="4041648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048" y="1938528"/>
            <a:ext cx="2705024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640" y="2084832"/>
            <a:ext cx="237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3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6336640" y="2267712"/>
            <a:ext cx="237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36640" y="2651760"/>
            <a:ext cx="23758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무엇이 좋아졌고 무엇이 꼬였는가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29471" y="1938528"/>
            <a:ext cx="2705024" cy="4041648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29471" y="1938528"/>
            <a:ext cx="2705024" cy="109728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94063" y="2084832"/>
            <a:ext cx="237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4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9194063" y="2267712"/>
            <a:ext cx="237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학습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194063" y="2651760"/>
            <a:ext cx="23758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다음에는 무엇을 바꿀 것인가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Review Point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Point 1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419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 1. 경영의 목적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목표를 무엇으로 두었는지, 그리고 그 기준이 팀 안에서 합의되어 있었는지를 봅니다.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05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11277295" cy="4023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56816"/>
            <a:ext cx="11277295" cy="109728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103120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TEAM QUESTIONS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109481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팀별로 정리할 질문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4378" y="2999232"/>
            <a:ext cx="91440" cy="9144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7258" y="292608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우리 팀의 목표는 무엇이었는가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14378" y="3822192"/>
            <a:ext cx="91440" cy="9144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7258" y="374904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그 목표는 어떻게 설정했는가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14378" y="4645152"/>
            <a:ext cx="91440" cy="9144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7258" y="457200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단기 성과와 장기 관점을 함께 보았는가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Review Point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Point 2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419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 2. 의사결정의 구조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누가 결정했는가보다, 어떤 기준으로 결정했는가를 먼저 봅니다.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06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11277295" cy="4023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56816"/>
            <a:ext cx="11277295" cy="109728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103120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TEAM QUESTIONS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109481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팀별로 정리할 질문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4378" y="2999232"/>
            <a:ext cx="91440" cy="91440"/>
          </a:xfrm>
          <a:prstGeom prst="ellipse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7258" y="292608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누가 어떤 기준으로 결정했는가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14378" y="3822192"/>
            <a:ext cx="91440" cy="91440"/>
          </a:xfrm>
          <a:prstGeom prst="ellipse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7258" y="374904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판단 기준은 팀 안에서 공유되었는가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14378" y="4645152"/>
            <a:ext cx="91440" cy="91440"/>
          </a:xfrm>
          <a:prstGeom prst="ellipse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7258" y="457200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더 좋은 판단을 위해 어떤 정보가 더 필요했는가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Review Point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Point 3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419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 3. 기능 간 연결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부분 판단이 전체 결과와 어떻게 연결되었는지 확인하는 전사 관점 질문입니다.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07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11277295" cy="4023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56816"/>
            <a:ext cx="11277295" cy="109728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103120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TEAM QUESTIONS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109481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팀별로 정리할 질문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4378" y="2999232"/>
            <a:ext cx="91440" cy="9144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7258" y="292608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부분 판단이 전체 결과에 어떤 영향을 주었는가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14378" y="3822192"/>
            <a:ext cx="91440" cy="9144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7258" y="374904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기능 간 연결과 조정이 실제로 이루어졌는가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14378" y="4645152"/>
            <a:ext cx="91440" cy="9144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7258" y="457200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부분 최적화가 전체 성과를 해친 장면은 없었는가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Review Point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Point 4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419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 4. 환경 변화 대응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변화 자체보다, 변화를 읽고 조정한 기준을 정리해 주시면 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08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11277295" cy="4023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56816"/>
            <a:ext cx="11277295" cy="109728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103120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TEAM QUESTIONS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109481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팀별로 정리할 질문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4378" y="2999232"/>
            <a:ext cx="91440" cy="91440"/>
          </a:xfrm>
          <a:prstGeom prst="ellipse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7258" y="292608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변화 신호를 언제 감지했는가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14378" y="3822192"/>
            <a:ext cx="91440" cy="91440"/>
          </a:xfrm>
          <a:prstGeom prst="ellipse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7258" y="374904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환경 변화에 따라 무엇을 유지하고 무엇을 바꿨는가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14378" y="4645152"/>
            <a:ext cx="91440" cy="91440"/>
          </a:xfrm>
          <a:prstGeom prst="ellipse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7258" y="457200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전략 수정의 기준은 무엇이었는가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Review Point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Point 5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419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 5. 리더의 역할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리더가 답을 냈는지보다, 팀 운영의 질을 어떻게 바꿨는지를 정리합니다.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09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11277295" cy="4023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56816"/>
            <a:ext cx="11277295" cy="109728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103120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TEAM QUESTIONS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109481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팀별로 정리할 질문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4378" y="2999232"/>
            <a:ext cx="91440" cy="9144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7258" y="292608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리더가 있어서 달라진 점은 무엇이었는가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14378" y="3822192"/>
            <a:ext cx="91440" cy="9144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7258" y="374904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리더는 방향, 우선순위, 역할, 소통을 어떻게 정리했는가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14378" y="4645152"/>
            <a:ext cx="91440" cy="9144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7258" y="457200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리더의 개입이 판단의 질을 높였는가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SKMS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Question 1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SKMS 연결 질문 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개념 이름만 적지 말고, 실제 장면과 연결해서 정리해 주십시오.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10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1277295" cy="4041648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38528"/>
            <a:ext cx="11277295" cy="109728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084832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QUESTION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67712"/>
            <a:ext cx="109481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시뮬레이션을 진행하면서 의사결정 순간마다 떠올랐거나, 실제로 팀의 판단에 영향을 준 SKMS의 개념이 있다면 무엇이었습니까?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21792" y="2980944"/>
            <a:ext cx="10948111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그 개념이 구체적으로 어떤 상황에서, 어떤 방식으로 작용했는지 함께 정리합니다.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SKMS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Question 2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SKMS 연결 질문 2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오늘 경험을 현업 장면과 연결해서 적어 주시면 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11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1277295" cy="4041648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38528"/>
            <a:ext cx="11277295" cy="109728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084832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QUESTION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67712"/>
            <a:ext cx="109481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 경험을 통해 SKMS가 실제 기업경영에서 의사결정의 질을 높이거나 조직의 실행력을 강화하는 데 기여할 수 있다고 느낀 지점이 있다면 무엇입니까?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21792" y="2980944"/>
            <a:ext cx="10948111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현업의 어떤 장면에 적용할 수 있는지도 함께 정리합니다.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마무리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Share / Submit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공유 및 제출 마무리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공유는 일부 팀만 진행할 수 있지만, 모든 조는 제출까지 완료해야 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12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5205270" cy="402336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56816"/>
            <a:ext cx="5205270" cy="109728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103120"/>
            <a:ext cx="48760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SHARE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4876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전체 공유 기준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1792" y="2670048"/>
            <a:ext cx="487608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성과가 높았던 팀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판단 기준이 선명했던 팀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실패했지만 학습이 분명했던 팀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172048" y="1956816"/>
            <a:ext cx="5562448" cy="4023360"/>
          </a:xfrm>
          <a:prstGeom prst="rect">
            <a:avLst/>
          </a:prstGeom>
          <a:solidFill>
            <a:srgbClr val="F1F7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048" y="1956816"/>
            <a:ext cx="5562448" cy="109728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640" y="2103120"/>
            <a:ext cx="5233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SUBMIT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6336640" y="2286000"/>
            <a:ext cx="5233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제출 체크리스트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36640" y="2670048"/>
            <a:ext cx="52332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대표조 또는 우수조 일부 전체 공유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Template final check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조별 제출 필수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mySUNI 업로드 완료 확인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UI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FLP 디브리프 Carbon 2x</dc:title>
  <dc:subject>2026 FLP 디브리프 안내 슬라이드 Carbon 2x 버전</dc:subject>
  <dc:creator>OpenAI Codex</dc:creator>
  <cp:lastModifiedBy>OpenAI Codex</cp:lastModifiedBy>
  <cp:revision>1</cp:revision>
  <dcterms:created xsi:type="dcterms:W3CDTF">2026-04-19T11:07:02Z</dcterms:created>
  <dcterms:modified xsi:type="dcterms:W3CDTF">2026-04-19T11:07:02Z</dcterms:modified>
</cp:coreProperties>
</file>
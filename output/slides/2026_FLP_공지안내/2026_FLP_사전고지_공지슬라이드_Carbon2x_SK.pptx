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7"/>
          </a:solidFill>
          <a:ln w="12700">
            <a:solidFill>
              <a:srgbClr val="FFF8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10024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EDUCATION TEMPLATE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Reflection / Notice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48480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2026 FLP Module 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Reflection 및 SKMS 토의 안내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F0D9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01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2139696"/>
            <a:ext cx="1325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8541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10024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팀별 Self Review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1957347" y="2139696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57347" y="218541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10024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SKMS 연결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3314624" y="2139696"/>
            <a:ext cx="11430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4624" y="218541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10024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Template 제출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8315115" y="1591056"/>
            <a:ext cx="3419380" cy="4517136"/>
          </a:xfrm>
          <a:prstGeom prst="rect">
            <a:avLst/>
          </a:prstGeom>
          <a:solidFill>
            <a:srgbClr val="FFFFFF"/>
          </a:solidFill>
          <a:ln w="11430">
            <a:solidFill>
              <a:srgbClr val="F0D9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15115" y="1591056"/>
            <a:ext cx="3419380" cy="109728"/>
          </a:xfrm>
          <a:prstGeom prst="rect">
            <a:avLst/>
          </a:prstGeom>
          <a:solidFill>
            <a:srgbClr val="B10024"/>
          </a:solidFill>
          <a:ln w="12700">
            <a:solidFill>
              <a:srgbClr val="B1002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9707" y="1737360"/>
            <a:ext cx="30901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NOTICE SPINE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8479707" y="1920240"/>
            <a:ext cx="30901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마지막 1시간 운영 기준과 제출 항목만 먼저 안내합니다.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79707" y="2414016"/>
            <a:ext cx="3090196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이 안내는 경영시뮬레이션 설명이 아니라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마지막 Reflection 60분 운영과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팀별 작성·제출 기준을 정리하는 공지 화면입니다.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7"/>
          </a:solidFill>
          <a:ln w="12700">
            <a:solidFill>
              <a:srgbClr val="FFF8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10024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운영 기준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Reflection 60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77055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마지막 1시간은 이렇게 진행합니다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별도 마무리 시간이 아니라 팀별 정리와 제출까지 포함된 필수 Reflection 세션입니다.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F0D9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02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6991160" cy="4187952"/>
          </a:xfrm>
          <a:prstGeom prst="rect">
            <a:avLst/>
          </a:prstGeom>
          <a:solidFill>
            <a:srgbClr val="FFFFFF"/>
          </a:solidFill>
          <a:ln w="11430">
            <a:solidFill>
              <a:srgbClr val="F0D9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47088"/>
            <a:ext cx="6991160" cy="109728"/>
          </a:xfrm>
          <a:prstGeom prst="rect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993392"/>
            <a:ext cx="6661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FLOW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176272"/>
            <a:ext cx="6661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4단계 운영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" y="2560320"/>
            <a:ext cx="6661976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1. 팀별 Self Review 진행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2. 5가지 Review Point 기준 정리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3. SKMS 연결 질문 토의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4. 조별 Template 작성 및 제출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7937" y="1847088"/>
            <a:ext cx="3776558" cy="4187952"/>
          </a:xfrm>
          <a:prstGeom prst="rect">
            <a:avLst/>
          </a:prstGeom>
          <a:solidFill>
            <a:srgbClr val="FFF0EA"/>
          </a:solidFill>
          <a:ln w="11430">
            <a:solidFill>
              <a:srgbClr val="F0D9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7937" y="1847088"/>
            <a:ext cx="3776558" cy="109728"/>
          </a:xfrm>
          <a:prstGeom prst="rect">
            <a:avLst/>
          </a:prstGeom>
          <a:solidFill>
            <a:srgbClr val="F47725"/>
          </a:solidFill>
          <a:ln w="12700">
            <a:solidFill>
              <a:srgbClr val="F4772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2529" y="1993392"/>
            <a:ext cx="34473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TIME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8122529" y="2176272"/>
            <a:ext cx="34473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Reflection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60분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122529" y="2926080"/>
            <a:ext cx="344737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팀별 정리, 최종 점검,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업로드 완료 확인까지 포함합니다.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7"/>
          </a:solidFill>
          <a:ln w="12700">
            <a:solidFill>
              <a:srgbClr val="FFF8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10024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Self Review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5 review points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4198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팀별 Self Review는 5가지 기준으로 진행합니다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결과 요약이 아니라 판단 기준과 의사결정 과정을 정리하는 방식으로 진행합니다.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F0D9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03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56816"/>
            <a:ext cx="11277295" cy="4005072"/>
          </a:xfrm>
          <a:prstGeom prst="rect">
            <a:avLst/>
          </a:prstGeom>
          <a:solidFill>
            <a:srgbClr val="FFFFFF"/>
          </a:solidFill>
          <a:ln w="11430">
            <a:solidFill>
              <a:srgbClr val="F0D9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56816"/>
            <a:ext cx="11277295" cy="109728"/>
          </a:xfrm>
          <a:prstGeom prst="rect">
            <a:avLst/>
          </a:prstGeom>
          <a:solidFill>
            <a:srgbClr val="B10024"/>
          </a:solidFill>
          <a:ln w="12700">
            <a:solidFill>
              <a:srgbClr val="B1002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103120"/>
            <a:ext cx="109481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REVIEW POINTS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286000"/>
            <a:ext cx="109481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정리 기준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4378" y="2980944"/>
            <a:ext cx="91440" cy="91440"/>
          </a:xfrm>
          <a:prstGeom prst="ellipse">
            <a:avLst/>
          </a:prstGeom>
          <a:solidFill>
            <a:srgbClr val="F47725"/>
          </a:solidFill>
          <a:ln w="12700">
            <a:solidFill>
              <a:srgbClr val="F4772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7258" y="2907792"/>
            <a:ext cx="102371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경영의 목적  |  목표를 무엇으로 두었는가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814378" y="3584448"/>
            <a:ext cx="91440" cy="91440"/>
          </a:xfrm>
          <a:prstGeom prst="ellipse">
            <a:avLst/>
          </a:prstGeom>
          <a:solidFill>
            <a:srgbClr val="F47725"/>
          </a:solidFill>
          <a:ln w="12700">
            <a:solidFill>
              <a:srgbClr val="F4772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7258" y="3511296"/>
            <a:ext cx="102371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의사결정의 구조  |  누가 어떤 기준으로 결정했는가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14378" y="4187952"/>
            <a:ext cx="91440" cy="91440"/>
          </a:xfrm>
          <a:prstGeom prst="ellipse">
            <a:avLst/>
          </a:prstGeom>
          <a:solidFill>
            <a:srgbClr val="F47725"/>
          </a:solidFill>
          <a:ln w="12700">
            <a:solidFill>
              <a:srgbClr val="F4772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7258" y="4114800"/>
            <a:ext cx="102371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기능 간 연결  |  부분 판단이 전체 결과에 어떤 영향을 주었는가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814378" y="4791456"/>
            <a:ext cx="91440" cy="91440"/>
          </a:xfrm>
          <a:prstGeom prst="ellipse">
            <a:avLst/>
          </a:prstGeom>
          <a:solidFill>
            <a:srgbClr val="F47725"/>
          </a:solidFill>
          <a:ln w="12700">
            <a:solidFill>
              <a:srgbClr val="F4772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7258" y="4718304"/>
            <a:ext cx="102371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환경 변화 대응  |  변화에 따라 무엇을 조정했는가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814378" y="5394960"/>
            <a:ext cx="91440" cy="91440"/>
          </a:xfrm>
          <a:prstGeom prst="ellipse">
            <a:avLst/>
          </a:prstGeom>
          <a:solidFill>
            <a:srgbClr val="F47725"/>
          </a:solidFill>
          <a:ln w="12700">
            <a:solidFill>
              <a:srgbClr val="F4772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7258" y="5321808"/>
            <a:ext cx="102371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리더의 역할  |  리더가 방향과 우선순위를 어떻게 정리했는가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7"/>
          </a:solidFill>
          <a:ln w="12700">
            <a:solidFill>
              <a:srgbClr val="FFF8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10024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SKMS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Question block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77055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SKMS 연결 질문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질문 문구는 그대로 사용하고, 개념 이름만 적지 말고 실제 상황과 연결해서 작성합니다.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F0D9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04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5562448" cy="4133088"/>
          </a:xfrm>
          <a:prstGeom prst="rect">
            <a:avLst/>
          </a:prstGeom>
          <a:solidFill>
            <a:srgbClr val="FFFFFF"/>
          </a:solidFill>
          <a:ln w="11430">
            <a:solidFill>
              <a:srgbClr val="F0D9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01952"/>
            <a:ext cx="5562448" cy="109728"/>
          </a:xfrm>
          <a:prstGeom prst="rect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048256"/>
            <a:ext cx="5233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QUESTION 1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231136"/>
            <a:ext cx="5233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의사결정 순간마다 영향을 준 SKMS 개념은 무엇이었습니까?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21792" y="2926080"/>
            <a:ext cx="523326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그 개념이 구체적으로 어떤 상황에서,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어떤 방식으로 작용했는지 정리합니다.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529226" y="1901952"/>
            <a:ext cx="5205270" cy="4133088"/>
          </a:xfrm>
          <a:prstGeom prst="rect">
            <a:avLst/>
          </a:prstGeom>
          <a:solidFill>
            <a:srgbClr val="FFFFFF"/>
          </a:solidFill>
          <a:ln w="11430">
            <a:solidFill>
              <a:srgbClr val="F0D9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29226" y="1901952"/>
            <a:ext cx="5205270" cy="109728"/>
          </a:xfrm>
          <a:prstGeom prst="rect">
            <a:avLst/>
          </a:prstGeom>
          <a:solidFill>
            <a:srgbClr val="F47725"/>
          </a:solidFill>
          <a:ln w="12700">
            <a:solidFill>
              <a:srgbClr val="F4772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93818" y="2048256"/>
            <a:ext cx="48760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QUESTION 2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6693818" y="2231136"/>
            <a:ext cx="48760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오늘 경험을 통해 SKMS가 실제 기업경영에 기여할 수 있다고 느낀 지점은 무엇입니까?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93818" y="2980944"/>
            <a:ext cx="4876086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의사결정의 질 또는 조직 실행력과 연결해서 적습니다.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7"/>
          </a:solidFill>
          <a:ln w="12700">
            <a:solidFill>
              <a:srgbClr val="FFF8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10024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제출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Write -&gt; Check -&gt; Upload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77055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작성 및 제출 안내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팀별 Template 작성과 업로드까지 완료되어야 오늘 과정이 마무리됩니다.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F0D9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05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75104"/>
            <a:ext cx="5562448" cy="4059936"/>
          </a:xfrm>
          <a:prstGeom prst="rect">
            <a:avLst/>
          </a:prstGeom>
          <a:solidFill>
            <a:srgbClr val="FFFFFF"/>
          </a:solidFill>
          <a:ln w="11430">
            <a:solidFill>
              <a:srgbClr val="F0D9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75104"/>
            <a:ext cx="5562448" cy="109728"/>
          </a:xfrm>
          <a:prstGeom prst="rect">
            <a:avLst/>
          </a:prstGeom>
          <a:solidFill>
            <a:srgbClr val="B10024"/>
          </a:solidFill>
          <a:ln w="12700">
            <a:solidFill>
              <a:srgbClr val="B1002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121408"/>
            <a:ext cx="5233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WRITE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304288"/>
            <a:ext cx="5233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작성 항목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" y="2688336"/>
            <a:ext cx="5233264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각 조 테이블 공용 PC 내 Template 작성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조별 제출 필수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mySUNI 페이지 업로드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시간 제약 시 일부 조만 전체 공유 진행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6529226" y="1975104"/>
            <a:ext cx="5205270" cy="4059936"/>
          </a:xfrm>
          <a:prstGeom prst="rect">
            <a:avLst/>
          </a:prstGeom>
          <a:solidFill>
            <a:srgbClr val="FFF0EA"/>
          </a:solidFill>
          <a:ln w="11430">
            <a:solidFill>
              <a:srgbClr val="F0D9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29226" y="1975104"/>
            <a:ext cx="5205270" cy="109728"/>
          </a:xfrm>
          <a:prstGeom prst="rect">
            <a:avLst/>
          </a:prstGeom>
          <a:solidFill>
            <a:srgbClr val="F47725"/>
          </a:solidFill>
          <a:ln w="12700">
            <a:solidFill>
              <a:srgbClr val="F4772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93818" y="2121408"/>
            <a:ext cx="48760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SUBMIT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6693818" y="2304288"/>
            <a:ext cx="48760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제출 순서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93818" y="2688336"/>
            <a:ext cx="4876086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작성 -&gt; 점검 -&gt; 업로드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마지막에는 업로드 완료까지 확인합니다.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UI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전종목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FLP Module 1 사전고지 Carbon 2x</dc:title>
  <dc:subject>2026 FLP 사전고지 안내 슬라이드 Carbon 2x 버전</dc:subject>
  <dc:creator>OpenAI Codex</dc:creator>
  <cp:lastModifiedBy>OpenAI Codex</cp:lastModifiedBy>
  <cp:revision>1</cp:revision>
  <dcterms:created xsi:type="dcterms:W3CDTF">2026-04-19T11:23:34Z</dcterms:created>
  <dcterms:modified xsi:type="dcterms:W3CDTF">2026-04-19T11:23:34Z</dcterms:modified>
</cp:coreProperties>
</file>
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10104120" cy="658368"/>
          </a:xfrm>
          <a:prstGeom prst="roundRect">
            <a:avLst>
              <a:gd name="adj" fmla="val 6944"/>
            </a:avLst>
          </a:prstGeom>
          <a:solidFill>
            <a:srgbClr val="2F2F2F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931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 미션 과장·팀원용 작성지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3776" y="621792"/>
            <a:ext cx="5303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상사 브리프는 보지 말고, 과장이 질문해 정리한 내용으로만 작성합니다.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292608" y="1078992"/>
            <a:ext cx="2926080" cy="1097280"/>
          </a:xfrm>
          <a:prstGeom prst="roundRect">
            <a:avLst>
              <a:gd name="adj" fmla="val 3333"/>
            </a:avLst>
          </a:prstGeom>
          <a:solidFill>
            <a:srgbClr val="F6F6F6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152144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1. 과장이 팀원에게 전달할 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맥락 설명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" y="16642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기대 결과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72768" y="14173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일정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72768" y="1664208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특이사항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19019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참고 자료 또는 노하우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19856" y="1078992"/>
            <a:ext cx="3675888" cy="4974336"/>
          </a:xfrm>
          <a:prstGeom prst="roundRect">
            <a:avLst>
              <a:gd name="adj" fmla="val 995"/>
            </a:avLst>
          </a:prstGeom>
          <a:solidFill>
            <a:srgbClr val="FFFFFF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152144"/>
            <a:ext cx="3456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2. 한 장 기획안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84448" y="142646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안건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584448" y="199339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3584448" y="281635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3584448" y="363931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584448" y="49194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315200" y="1078992"/>
            <a:ext cx="3081528" cy="2048256"/>
          </a:xfrm>
          <a:prstGeom prst="roundRect">
            <a:avLst>
              <a:gd name="adj" fmla="val 1786"/>
            </a:avLst>
          </a:prstGeom>
          <a:solidFill>
            <a:srgbClr val="F6F6F6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1152144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3. 발표 전 마지막 점검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61504" y="1426464"/>
            <a:ext cx="26517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Why가 상대 입장에서도 들리는가</a:t>
            </a:r>
            <a:endParaRPr lang="en-US" sz="82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What이 한 문장으로 남는가</a:t>
            </a:r>
            <a:endParaRPr lang="en-US" sz="82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How가 실행 가능하게 보이는가</a:t>
            </a:r>
            <a:endParaRPr lang="en-US" sz="82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820" dirty="0">
                <a:solidFill>
                  <a:srgbClr val="11111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If가 의미와 기대효과를 남기는가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315200" y="3310128"/>
            <a:ext cx="3081528" cy="2743200"/>
          </a:xfrm>
          <a:prstGeom prst="roundRect">
            <a:avLst>
              <a:gd name="adj" fmla="val 1333"/>
            </a:avLst>
          </a:prstGeom>
          <a:solidFill>
            <a:srgbClr val="ECECEC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24928" y="3383280"/>
            <a:ext cx="2862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</a:rPr>
              <a:t>4. 피드백 메모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61504" y="36576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가장 좋았던 점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61504" y="45537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가장 보완하면 좋을 점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61504" y="544982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F2F2F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내일 현업에 바로 가져갈 한 가지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" y="6400800"/>
            <a:ext cx="10104120" cy="0"/>
          </a:xfrm>
          <a:prstGeom prst="line">
            <a:avLst/>
          </a:prstGeom>
          <a:noFill/>
          <a:ln w="11430">
            <a:solidFill>
              <a:srgbClr val="D8D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6537960"/>
            <a:ext cx="5486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작성 원칙: 줄 없이 박스 안에 직접 쓴다. 많이 쓰는 것보다 구조가 선명한 것이 중요하다.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8503920" y="653796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66666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FST 기획력 과장승진자 과정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기획력 과장승진자 팀 미션 작성지 흑백 출력용</dc:title>
  <dc:subject>기획력 과장승진자 팀 미션 작성지</dc:subject>
  <dc:creator>OpenAI Codex</dc:creator>
  <cp:lastModifiedBy>OpenAI Codex</cp:lastModifiedBy>
  <cp:revision>1</cp:revision>
  <dcterms:created xsi:type="dcterms:W3CDTF">2026-03-19T12:06:44Z</dcterms:created>
  <dcterms:modified xsi:type="dcterms:W3CDTF">2026-03-19T12:06:44Z</dcterms:modified>
</cp:coreProperties>
</file>
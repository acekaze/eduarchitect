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098" r:id="rId2"/>
    <p:sldId id="3099" r:id="rId3"/>
    <p:sldId id="3117" r:id="rId4"/>
    <p:sldId id="2147478888" r:id="rId5"/>
    <p:sldId id="2959" r:id="rId6"/>
    <p:sldId id="3100" r:id="rId7"/>
    <p:sldId id="311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40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목 전" userId="2c15b4226157c874" providerId="LiveId" clId="{18E77E35-C390-4707-8265-7F89710935AF}"/>
    <pc:docChg chg="modSld">
      <pc:chgData name="종목 전" userId="2c15b4226157c874" providerId="LiveId" clId="{18E77E35-C390-4707-8265-7F89710935AF}" dt="2026-05-14T11:08:23.560" v="1" actId="1035"/>
      <pc:docMkLst>
        <pc:docMk/>
      </pc:docMkLst>
      <pc:sldChg chg="modSp mod">
        <pc:chgData name="종목 전" userId="2c15b4226157c874" providerId="LiveId" clId="{18E77E35-C390-4707-8265-7F89710935AF}" dt="2026-05-14T11:08:23.560" v="1" actId="1035"/>
        <pc:sldMkLst>
          <pc:docMk/>
          <pc:sldMk cId="3338355308" sldId="3100"/>
        </pc:sldMkLst>
        <pc:grpChg chg="mod">
          <ac:chgData name="종목 전" userId="2c15b4226157c874" providerId="LiveId" clId="{18E77E35-C390-4707-8265-7F89710935AF}" dt="2026-05-14T11:08:23.560" v="1" actId="1035"/>
          <ac:grpSpMkLst>
            <pc:docMk/>
            <pc:sldMk cId="3338355308" sldId="3100"/>
            <ac:grpSpMk id="7" creationId="{0408D192-AC18-8DDF-F187-09356B764CE9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7D8D6-AC9F-4498-9C20-AEADCAAB648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0148B-6C92-4F6A-A94D-2E298399AC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191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6EA1-6213-FA04-E595-0624E114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BB42E7-392B-5195-181B-D292BD0BF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79A275-2E11-05F7-3DDC-C694172AC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6AE0A6-26DC-53B7-CB8F-4B97CCC90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072671-9628-4663-861E-D40A9CC589B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999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4815D-2B25-C05B-B819-2C3D53B1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7C081C-5CAE-6F84-E0A6-D4C4ECAB5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7711F7-C66C-83B0-0593-BD496B622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F6B934-4001-8D87-CB46-E6D954B6E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072671-9628-4663-861E-D40A9CC589B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75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6EA1-6213-FA04-E595-0624E114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BB42E7-392B-5195-181B-D292BD0BF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79A275-2E11-05F7-3DDC-C694172AC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6AE0A6-26DC-53B7-CB8F-4B97CCC90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072671-9628-4663-861E-D40A9CC589B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898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6EA1-6213-FA04-E595-0624E114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BB42E7-392B-5195-181B-D292BD0BF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79A275-2E11-05F7-3DDC-C694172AC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6AE0A6-26DC-53B7-CB8F-4B97CCC90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072671-9628-4663-861E-D40A9CC589B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372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4815D-2B25-C05B-B819-2C3D53B1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7C081C-5CAE-6F84-E0A6-D4C4ECAB5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7711F7-C66C-83B0-0593-BD496B622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F6B934-4001-8D87-CB46-E6D954B6E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072671-9628-4663-861E-D40A9CC589B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55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1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8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2A7A-9D84-43D1-A655-50F651A8BD6F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A7A15-3407-413F-AE58-66B08961824F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5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0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6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9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3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15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98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814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644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5FFE-3AEE-4E08-A3F7-072E04634EA9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3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1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1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415F-FBA8-4212-92EC-E65C8B20342E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0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1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31" indent="0">
              <a:buNone/>
              <a:defRPr sz="1333" b="1"/>
            </a:lvl2pPr>
            <a:lvl3pPr marL="609660" indent="0">
              <a:buNone/>
              <a:defRPr sz="1200" b="1"/>
            </a:lvl3pPr>
            <a:lvl4pPr marL="914492" indent="0">
              <a:buNone/>
              <a:defRPr sz="1067" b="1"/>
            </a:lvl4pPr>
            <a:lvl5pPr marL="1219322" indent="0">
              <a:buNone/>
              <a:defRPr sz="1067" b="1"/>
            </a:lvl5pPr>
            <a:lvl6pPr marL="1524152" indent="0">
              <a:buNone/>
              <a:defRPr sz="1067" b="1"/>
            </a:lvl6pPr>
            <a:lvl7pPr marL="1828983" indent="0">
              <a:buNone/>
              <a:defRPr sz="1067" b="1"/>
            </a:lvl7pPr>
            <a:lvl8pPr marL="2133814" indent="0">
              <a:buNone/>
              <a:defRPr sz="1067" b="1"/>
            </a:lvl8pPr>
            <a:lvl9pPr marL="2438644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1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5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31" indent="0">
              <a:buNone/>
              <a:defRPr sz="1333" b="1"/>
            </a:lvl2pPr>
            <a:lvl3pPr marL="609660" indent="0">
              <a:buNone/>
              <a:defRPr sz="1200" b="1"/>
            </a:lvl3pPr>
            <a:lvl4pPr marL="914492" indent="0">
              <a:buNone/>
              <a:defRPr sz="1067" b="1"/>
            </a:lvl4pPr>
            <a:lvl5pPr marL="1219322" indent="0">
              <a:buNone/>
              <a:defRPr sz="1067" b="1"/>
            </a:lvl5pPr>
            <a:lvl6pPr marL="1524152" indent="0">
              <a:buNone/>
              <a:defRPr sz="1067" b="1"/>
            </a:lvl6pPr>
            <a:lvl7pPr marL="1828983" indent="0">
              <a:buNone/>
              <a:defRPr sz="1067" b="1"/>
            </a:lvl7pPr>
            <a:lvl8pPr marL="2133814" indent="0">
              <a:buNone/>
              <a:defRPr sz="1067" b="1"/>
            </a:lvl8pPr>
            <a:lvl9pPr marL="2438644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5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E449-7DEC-4780-BE51-7982DBD8E1AF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0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1F97-B8B6-458C-8863-35A293D75A22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C17A5-638F-4EA2-A078-0C8E11A242A1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66400" y="6477001"/>
            <a:ext cx="1422400" cy="243417"/>
          </a:xfrm>
          <a:noFill/>
        </p:spPr>
        <p:txBody>
          <a:bodyPr/>
          <a:lstStyle>
            <a:lvl1pPr>
              <a:defRPr sz="1333">
                <a:solidFill>
                  <a:schemeClr val="bg1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311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8" y="182035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5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31" indent="0">
              <a:buNone/>
              <a:defRPr sz="800"/>
            </a:lvl2pPr>
            <a:lvl3pPr marL="609660" indent="0">
              <a:buNone/>
              <a:defRPr sz="667"/>
            </a:lvl3pPr>
            <a:lvl4pPr marL="914492" indent="0">
              <a:buNone/>
              <a:defRPr sz="600"/>
            </a:lvl4pPr>
            <a:lvl5pPr marL="1219322" indent="0">
              <a:buNone/>
              <a:defRPr sz="600"/>
            </a:lvl5pPr>
            <a:lvl6pPr marL="1524152" indent="0">
              <a:buNone/>
              <a:defRPr sz="600"/>
            </a:lvl6pPr>
            <a:lvl7pPr marL="1828983" indent="0">
              <a:buNone/>
              <a:defRPr sz="600"/>
            </a:lvl7pPr>
            <a:lvl8pPr marL="2133814" indent="0">
              <a:buNone/>
              <a:defRPr sz="600"/>
            </a:lvl8pPr>
            <a:lvl9pPr marL="2438644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7F22-AFF6-4D1B-9946-79D589155DC4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4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1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31" indent="0">
              <a:buNone/>
              <a:defRPr sz="1867"/>
            </a:lvl2pPr>
            <a:lvl3pPr marL="609660" indent="0">
              <a:buNone/>
              <a:defRPr sz="1600"/>
            </a:lvl3pPr>
            <a:lvl4pPr marL="914492" indent="0">
              <a:buNone/>
              <a:defRPr sz="1333"/>
            </a:lvl4pPr>
            <a:lvl5pPr marL="1219322" indent="0">
              <a:buNone/>
              <a:defRPr sz="1333"/>
            </a:lvl5pPr>
            <a:lvl6pPr marL="1524152" indent="0">
              <a:buNone/>
              <a:defRPr sz="1333"/>
            </a:lvl6pPr>
            <a:lvl7pPr marL="1828983" indent="0">
              <a:buNone/>
              <a:defRPr sz="1333"/>
            </a:lvl7pPr>
            <a:lvl8pPr marL="2133814" indent="0">
              <a:buNone/>
              <a:defRPr sz="1333"/>
            </a:lvl8pPr>
            <a:lvl9pPr marL="2438644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6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31" indent="0">
              <a:buNone/>
              <a:defRPr sz="800"/>
            </a:lvl2pPr>
            <a:lvl3pPr marL="609660" indent="0">
              <a:buNone/>
              <a:defRPr sz="667"/>
            </a:lvl3pPr>
            <a:lvl4pPr marL="914492" indent="0">
              <a:buNone/>
              <a:defRPr sz="600"/>
            </a:lvl4pPr>
            <a:lvl5pPr marL="1219322" indent="0">
              <a:buNone/>
              <a:defRPr sz="600"/>
            </a:lvl5pPr>
            <a:lvl6pPr marL="1524152" indent="0">
              <a:buNone/>
              <a:defRPr sz="600"/>
            </a:lvl6pPr>
            <a:lvl7pPr marL="1828983" indent="0">
              <a:buNone/>
              <a:defRPr sz="600"/>
            </a:lvl7pPr>
            <a:lvl8pPr marL="2133814" indent="0">
              <a:buNone/>
              <a:defRPr sz="600"/>
            </a:lvl8pPr>
            <a:lvl9pPr marL="2438644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84C2-B8FF-4152-BB36-3C621592284F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8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7EE79-5E09-49A9-BE65-036401D7AF12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02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3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3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5C22-9C28-497C-950A-871387A5124B}" type="datetime1">
              <a:rPr lang="en-US" altLang="ko-KR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7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1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8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G마켓 산스 Light" panose="02000000000000000000" pitchFamily="50" charset="-127"/>
              </a:defRPr>
            </a:lvl1pPr>
          </a:lstStyle>
          <a:p>
            <a:fld id="{C6FC5F61-C948-46BC-B657-2144AF05807D}" type="datetime1">
              <a:rPr lang="en-US" altLang="ko-KR" smtClean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8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G마켓 산스 Light" panose="02000000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8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G마켓 산스 Light" panose="02000000000000000000" pitchFamily="50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8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60966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G마켓 산스 Light" panose="02000000000000000000" pitchFamily="50" charset="-127"/>
          <a:ea typeface="+mj-ea"/>
          <a:cs typeface="+mj-cs"/>
        </a:defRPr>
      </a:lvl1pPr>
    </p:titleStyle>
    <p:bodyStyle>
      <a:lvl1pPr marL="228623" indent="-228623" algn="l" defTabSz="60966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G마켓 산스 Light" panose="02000000000000000000" pitchFamily="50" charset="-127"/>
          <a:ea typeface="+mn-ea"/>
          <a:cs typeface="+mn-cs"/>
        </a:defRPr>
      </a:lvl1pPr>
      <a:lvl2pPr marL="495350" indent="-190520" algn="l" defTabSz="60966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G마켓 산스 Light" panose="02000000000000000000" pitchFamily="50" charset="-127"/>
          <a:ea typeface="+mn-ea"/>
          <a:cs typeface="+mn-cs"/>
        </a:defRPr>
      </a:lvl2pPr>
      <a:lvl3pPr marL="762076" indent="-152416" algn="l" defTabSz="60966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G마켓 산스 Light" panose="02000000000000000000" pitchFamily="50" charset="-127"/>
          <a:ea typeface="+mn-ea"/>
          <a:cs typeface="+mn-cs"/>
        </a:defRPr>
      </a:lvl3pPr>
      <a:lvl4pPr marL="1066907" indent="-152416" algn="l" defTabSz="60966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G마켓 산스 Light" panose="02000000000000000000" pitchFamily="50" charset="-127"/>
          <a:ea typeface="+mn-ea"/>
          <a:cs typeface="+mn-cs"/>
        </a:defRPr>
      </a:lvl4pPr>
      <a:lvl5pPr marL="1371738" indent="-152416" algn="l" defTabSz="60966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G마켓 산스 Light" panose="02000000000000000000" pitchFamily="50" charset="-127"/>
          <a:ea typeface="+mn-ea"/>
          <a:cs typeface="+mn-cs"/>
        </a:defRPr>
      </a:lvl5pPr>
      <a:lvl6pPr marL="1676568" indent="-152416" algn="l" defTabSz="60966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398" indent="-152416" algn="l" defTabSz="60966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228" indent="-152416" algn="l" defTabSz="60966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1060" indent="-152416" algn="l" defTabSz="60966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31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60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92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322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152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983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814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644" algn="l" defTabSz="6096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46AE1-0F0F-8A17-A553-51C01BD7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5">
            <a:extLst>
              <a:ext uri="{FF2B5EF4-FFF2-40B4-BE49-F238E27FC236}">
                <a16:creationId xmlns:a16="http://schemas.microsoft.com/office/drawing/2014/main" id="{8DA80BE0-10EF-8982-1855-F5C57F7AC3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-965200" y="-889000"/>
            <a:ext cx="14482233" cy="7924800"/>
          </a:xfrm>
          <a:prstGeom prst="rect">
            <a:avLst/>
          </a:prstGeom>
          <a:gradFill>
            <a:gsLst>
              <a:gs pos="0">
                <a:srgbClr val="0A0201">
                  <a:alpha val="0"/>
                </a:srgbClr>
              </a:gs>
              <a:gs pos="100000">
                <a:srgbClr val="0A3054">
                  <a:alpha val="0"/>
                </a:srgbClr>
              </a:gs>
            </a:gsLst>
            <a:lin ang="5400000" scaled="1"/>
          </a:gradFill>
        </p:spPr>
      </p:pic>
      <p:sp>
        <p:nvSpPr>
          <p:cNvPr id="169" name="Object 10">
            <a:extLst>
              <a:ext uri="{FF2B5EF4-FFF2-40B4-BE49-F238E27FC236}">
                <a16:creationId xmlns:a16="http://schemas.microsoft.com/office/drawing/2014/main" id="{12F2BD57-B3E2-75DD-036A-3FECD3E7C2E4}"/>
              </a:ext>
            </a:extLst>
          </p:cNvPr>
          <p:cNvSpPr txBox="1"/>
          <p:nvPr/>
        </p:nvSpPr>
        <p:spPr>
          <a:xfrm>
            <a:off x="1219201" y="1277530"/>
            <a:ext cx="9753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특별한 점수 시스템</a:t>
            </a: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으로</a:t>
            </a:r>
            <a:endParaRPr kumimoji="0" lang="en-US" altLang="ko-KR" sz="3600" b="0" i="0" u="none" strike="noStrike" kern="1200" cap="none" spc="-133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모두가</a:t>
            </a:r>
            <a:r>
              <a:rPr kumimoji="0" lang="en-US" altLang="ko-KR" sz="3600" b="0" i="0" u="none" strike="noStrike" kern="1200" cap="none" spc="-1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!</a:t>
            </a: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끝까지</a:t>
            </a:r>
            <a:r>
              <a:rPr kumimoji="0" lang="en-US" altLang="ko-KR" sz="3600" b="0" i="0" u="none" strike="noStrike" kern="1200" cap="none" spc="-1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!</a:t>
            </a: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즐겁게</a:t>
            </a:r>
            <a:r>
              <a:rPr kumimoji="0" lang="en-US" altLang="ko-KR" sz="3600" b="0" i="0" u="none" strike="noStrike" kern="1200" cap="none" spc="-13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!</a:t>
            </a:r>
            <a:endParaRPr kumimoji="0" lang="ko-KR" altLang="en-US" sz="3600" b="0" i="0" u="none" strike="noStrike" kern="1200" cap="none" spc="-133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pic>
        <p:nvPicPr>
          <p:cNvPr id="171" name="그림 170">
            <a:extLst>
              <a:ext uri="{FF2B5EF4-FFF2-40B4-BE49-F238E27FC236}">
                <a16:creationId xmlns:a16="http://schemas.microsoft.com/office/drawing/2014/main" id="{BE2B6BDF-7A9E-493A-2BAB-65DB0D618C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b="48126"/>
          <a:stretch/>
        </p:blipFill>
        <p:spPr>
          <a:xfrm>
            <a:off x="2169428" y="3268136"/>
            <a:ext cx="7853144" cy="2309651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305917EA-2626-85B4-E3AA-797C43AC4C95}"/>
              </a:ext>
            </a:extLst>
          </p:cNvPr>
          <p:cNvSpPr txBox="1"/>
          <p:nvPr/>
        </p:nvSpPr>
        <p:spPr>
          <a:xfrm>
            <a:off x="2082800" y="2724112"/>
            <a:ext cx="8026400" cy="4205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*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매 라운드마다 카드 점수를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 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누적한 뒤 마지막에 비교하는 방식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!</a:t>
            </a:r>
            <a:endParaRPr kumimoji="0" lang="ko-KR" altLang="en-US" sz="2133" b="0" i="0" u="none" strike="noStrike" kern="0" cap="none" spc="-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48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10666-3740-F040-5A5D-8220A01D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5">
            <a:extLst>
              <a:ext uri="{FF2B5EF4-FFF2-40B4-BE49-F238E27FC236}">
                <a16:creationId xmlns:a16="http://schemas.microsoft.com/office/drawing/2014/main" id="{7C951E87-C35D-0BFE-F48C-DE5452B090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-304800" y="-889000"/>
            <a:ext cx="12801600" cy="7924800"/>
          </a:xfrm>
          <a:prstGeom prst="rect">
            <a:avLst/>
          </a:prstGeom>
          <a:gradFill>
            <a:gsLst>
              <a:gs pos="0">
                <a:srgbClr val="0A0201">
                  <a:alpha val="0"/>
                </a:srgbClr>
              </a:gs>
              <a:gs pos="100000">
                <a:srgbClr val="0A3054">
                  <a:alpha val="0"/>
                </a:srgbClr>
              </a:gs>
            </a:gsLst>
            <a:lin ang="5400000" scaled="1"/>
          </a:gradFill>
        </p:spPr>
      </p:pic>
      <p:sp>
        <p:nvSpPr>
          <p:cNvPr id="6" name="직각 삼각형 167">
            <a:extLst>
              <a:ext uri="{FF2B5EF4-FFF2-40B4-BE49-F238E27FC236}">
                <a16:creationId xmlns:a16="http://schemas.microsoft.com/office/drawing/2014/main" id="{34433561-8C1E-5267-168E-E54B51577370}"/>
              </a:ext>
            </a:extLst>
          </p:cNvPr>
          <p:cNvSpPr/>
          <p:nvPr/>
        </p:nvSpPr>
        <p:spPr>
          <a:xfrm flipH="1" flipV="1">
            <a:off x="2438400" y="5830333"/>
            <a:ext cx="7315200" cy="375303"/>
          </a:xfrm>
          <a:custGeom>
            <a:avLst/>
            <a:gdLst>
              <a:gd name="connsiteX0" fmla="*/ 0 w 7594768"/>
              <a:gd name="connsiteY0" fmla="*/ 152400 h 152400"/>
              <a:gd name="connsiteX1" fmla="*/ 0 w 7594768"/>
              <a:gd name="connsiteY1" fmla="*/ 0 h 152400"/>
              <a:gd name="connsiteX2" fmla="*/ 7594768 w 7594768"/>
              <a:gd name="connsiteY2" fmla="*/ 152400 h 152400"/>
              <a:gd name="connsiteX3" fmla="*/ 0 w 7594768"/>
              <a:gd name="connsiteY3" fmla="*/ 152400 h 152400"/>
              <a:gd name="connsiteX0" fmla="*/ 0 w 7594768"/>
              <a:gd name="connsiteY0" fmla="*/ 152400 h 152400"/>
              <a:gd name="connsiteX1" fmla="*/ 0 w 7594768"/>
              <a:gd name="connsiteY1" fmla="*/ 0 h 152400"/>
              <a:gd name="connsiteX2" fmla="*/ 2406734 w 7594768"/>
              <a:gd name="connsiteY2" fmla="*/ 66675 h 152400"/>
              <a:gd name="connsiteX3" fmla="*/ 7594768 w 7594768"/>
              <a:gd name="connsiteY3" fmla="*/ 152400 h 152400"/>
              <a:gd name="connsiteX4" fmla="*/ 0 w 7594768"/>
              <a:gd name="connsiteY4" fmla="*/ 152400 h 152400"/>
              <a:gd name="connsiteX0" fmla="*/ 0 w 7594768"/>
              <a:gd name="connsiteY0" fmla="*/ 171450 h 171450"/>
              <a:gd name="connsiteX1" fmla="*/ 4762 w 7594768"/>
              <a:gd name="connsiteY1" fmla="*/ 0 h 171450"/>
              <a:gd name="connsiteX2" fmla="*/ 2406734 w 7594768"/>
              <a:gd name="connsiteY2" fmla="*/ 85725 h 171450"/>
              <a:gd name="connsiteX3" fmla="*/ 7594768 w 7594768"/>
              <a:gd name="connsiteY3" fmla="*/ 171450 h 171450"/>
              <a:gd name="connsiteX4" fmla="*/ 0 w 7594768"/>
              <a:gd name="connsiteY4" fmla="*/ 171450 h 171450"/>
              <a:gd name="connsiteX0" fmla="*/ 0 w 7594768"/>
              <a:gd name="connsiteY0" fmla="*/ 171450 h 171450"/>
              <a:gd name="connsiteX1" fmla="*/ 4762 w 7594768"/>
              <a:gd name="connsiteY1" fmla="*/ 0 h 171450"/>
              <a:gd name="connsiteX2" fmla="*/ 2406734 w 7594768"/>
              <a:gd name="connsiteY2" fmla="*/ 85725 h 171450"/>
              <a:gd name="connsiteX3" fmla="*/ 7594768 w 7594768"/>
              <a:gd name="connsiteY3" fmla="*/ 171450 h 171450"/>
              <a:gd name="connsiteX4" fmla="*/ 0 w 7594768"/>
              <a:gd name="connsiteY4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94768" h="171450">
                <a:moveTo>
                  <a:pt x="0" y="171450"/>
                </a:moveTo>
                <a:lnTo>
                  <a:pt x="4762" y="0"/>
                </a:lnTo>
                <a:cubicBezTo>
                  <a:pt x="833994" y="38100"/>
                  <a:pt x="1606077" y="57150"/>
                  <a:pt x="2406734" y="85725"/>
                </a:cubicBezTo>
                <a:lnTo>
                  <a:pt x="7594768" y="171450"/>
                </a:lnTo>
                <a:lnTo>
                  <a:pt x="0" y="171450"/>
                </a:lnTo>
                <a:close/>
              </a:path>
            </a:pathLst>
          </a:custGeom>
          <a:gradFill flip="none" rotWithShape="1">
            <a:gsLst>
              <a:gs pos="0">
                <a:srgbClr val="CD2027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각 삼각형 167">
            <a:extLst>
              <a:ext uri="{FF2B5EF4-FFF2-40B4-BE49-F238E27FC236}">
                <a16:creationId xmlns:a16="http://schemas.microsoft.com/office/drawing/2014/main" id="{CD320BF2-1F90-D4E4-5DAD-3B23A82447A6}"/>
              </a:ext>
            </a:extLst>
          </p:cNvPr>
          <p:cNvSpPr/>
          <p:nvPr/>
        </p:nvSpPr>
        <p:spPr>
          <a:xfrm>
            <a:off x="2438400" y="2432030"/>
            <a:ext cx="7315200" cy="298471"/>
          </a:xfrm>
          <a:custGeom>
            <a:avLst/>
            <a:gdLst>
              <a:gd name="connsiteX0" fmla="*/ 0 w 7594768"/>
              <a:gd name="connsiteY0" fmla="*/ 152400 h 152400"/>
              <a:gd name="connsiteX1" fmla="*/ 0 w 7594768"/>
              <a:gd name="connsiteY1" fmla="*/ 0 h 152400"/>
              <a:gd name="connsiteX2" fmla="*/ 7594768 w 7594768"/>
              <a:gd name="connsiteY2" fmla="*/ 152400 h 152400"/>
              <a:gd name="connsiteX3" fmla="*/ 0 w 7594768"/>
              <a:gd name="connsiteY3" fmla="*/ 152400 h 152400"/>
              <a:gd name="connsiteX0" fmla="*/ 0 w 7594768"/>
              <a:gd name="connsiteY0" fmla="*/ 152400 h 152400"/>
              <a:gd name="connsiteX1" fmla="*/ 0 w 7594768"/>
              <a:gd name="connsiteY1" fmla="*/ 0 h 152400"/>
              <a:gd name="connsiteX2" fmla="*/ 2406734 w 7594768"/>
              <a:gd name="connsiteY2" fmla="*/ 66675 h 152400"/>
              <a:gd name="connsiteX3" fmla="*/ 7594768 w 7594768"/>
              <a:gd name="connsiteY3" fmla="*/ 152400 h 152400"/>
              <a:gd name="connsiteX4" fmla="*/ 0 w 7594768"/>
              <a:gd name="connsiteY4" fmla="*/ 152400 h 152400"/>
              <a:gd name="connsiteX0" fmla="*/ 0 w 7594768"/>
              <a:gd name="connsiteY0" fmla="*/ 171450 h 171450"/>
              <a:gd name="connsiteX1" fmla="*/ 4762 w 7594768"/>
              <a:gd name="connsiteY1" fmla="*/ 0 h 171450"/>
              <a:gd name="connsiteX2" fmla="*/ 2406734 w 7594768"/>
              <a:gd name="connsiteY2" fmla="*/ 85725 h 171450"/>
              <a:gd name="connsiteX3" fmla="*/ 7594768 w 7594768"/>
              <a:gd name="connsiteY3" fmla="*/ 171450 h 171450"/>
              <a:gd name="connsiteX4" fmla="*/ 0 w 7594768"/>
              <a:gd name="connsiteY4" fmla="*/ 171450 h 171450"/>
              <a:gd name="connsiteX0" fmla="*/ 0 w 7594768"/>
              <a:gd name="connsiteY0" fmla="*/ 171450 h 171450"/>
              <a:gd name="connsiteX1" fmla="*/ 4762 w 7594768"/>
              <a:gd name="connsiteY1" fmla="*/ 0 h 171450"/>
              <a:gd name="connsiteX2" fmla="*/ 2406734 w 7594768"/>
              <a:gd name="connsiteY2" fmla="*/ 85725 h 171450"/>
              <a:gd name="connsiteX3" fmla="*/ 7594768 w 7594768"/>
              <a:gd name="connsiteY3" fmla="*/ 171450 h 171450"/>
              <a:gd name="connsiteX4" fmla="*/ 0 w 7594768"/>
              <a:gd name="connsiteY4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94768" h="171450">
                <a:moveTo>
                  <a:pt x="0" y="171450"/>
                </a:moveTo>
                <a:lnTo>
                  <a:pt x="4762" y="0"/>
                </a:lnTo>
                <a:cubicBezTo>
                  <a:pt x="833994" y="38100"/>
                  <a:pt x="1606077" y="57150"/>
                  <a:pt x="2406734" y="85725"/>
                </a:cubicBezTo>
                <a:lnTo>
                  <a:pt x="7594768" y="171450"/>
                </a:lnTo>
                <a:lnTo>
                  <a:pt x="0" y="171450"/>
                </a:lnTo>
                <a:close/>
              </a:path>
            </a:pathLst>
          </a:custGeom>
          <a:gradFill flip="none" rotWithShape="1">
            <a:gsLst>
              <a:gs pos="0">
                <a:srgbClr val="957AB7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8D836E-9F73-F3A2-A4D9-70C772A577A0}"/>
              </a:ext>
            </a:extLst>
          </p:cNvPr>
          <p:cNvSpPr txBox="1"/>
          <p:nvPr/>
        </p:nvSpPr>
        <p:spPr>
          <a:xfrm>
            <a:off x="8938282" y="2833412"/>
            <a:ext cx="59343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검</a:t>
            </a: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(8%)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482724-ACF6-0822-FE43-DE7CACA466B5}"/>
              </a:ext>
            </a:extLst>
          </p:cNvPr>
          <p:cNvSpPr txBox="1"/>
          <p:nvPr/>
        </p:nvSpPr>
        <p:spPr>
          <a:xfrm>
            <a:off x="7585679" y="2833412"/>
            <a:ext cx="77777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방패</a:t>
            </a: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(10%)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01F2F6-F4CB-BF97-B5F1-D31ED7632C18}"/>
              </a:ext>
            </a:extLst>
          </p:cNvPr>
          <p:cNvSpPr txBox="1"/>
          <p:nvPr/>
        </p:nvSpPr>
        <p:spPr>
          <a:xfrm>
            <a:off x="6300405" y="2771857"/>
            <a:ext cx="8082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투구</a:t>
            </a: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(12%)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C0C46-5233-E818-7418-87D7A35F77C8}"/>
              </a:ext>
            </a:extLst>
          </p:cNvPr>
          <p:cNvSpPr txBox="1"/>
          <p:nvPr/>
        </p:nvSpPr>
        <p:spPr>
          <a:xfrm>
            <a:off x="5057257" y="2771857"/>
            <a:ext cx="8082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갑옷</a:t>
            </a: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(18%)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CE4AA2-7BE3-7D0A-1CB1-A7BB5CFE3ADC}"/>
              </a:ext>
            </a:extLst>
          </p:cNvPr>
          <p:cNvSpPr txBox="1"/>
          <p:nvPr/>
        </p:nvSpPr>
        <p:spPr>
          <a:xfrm>
            <a:off x="3758952" y="2771857"/>
            <a:ext cx="8643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신발</a:t>
            </a: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(24%)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74CED0-879A-40B4-27BC-4627ADE55E40}"/>
              </a:ext>
            </a:extLst>
          </p:cNvPr>
          <p:cNvSpPr txBox="1"/>
          <p:nvPr/>
        </p:nvSpPr>
        <p:spPr>
          <a:xfrm>
            <a:off x="2526721" y="2771857"/>
            <a:ext cx="8579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벨트</a:t>
            </a: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(28%)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5605352-AA9B-A48F-D4AB-67C034FB4106}"/>
              </a:ext>
            </a:extLst>
          </p:cNvPr>
          <p:cNvGrpSpPr/>
          <p:nvPr/>
        </p:nvGrpSpPr>
        <p:grpSpPr>
          <a:xfrm>
            <a:off x="2615244" y="5430215"/>
            <a:ext cx="6998111" cy="461666"/>
            <a:chOff x="3922863" y="7050874"/>
            <a:chExt cx="10497167" cy="69250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CFAF399-7AA5-B07B-C2EC-637C41CE3C43}"/>
                </a:ext>
              </a:extLst>
            </p:cNvPr>
            <p:cNvSpPr txBox="1"/>
            <p:nvPr/>
          </p:nvSpPr>
          <p:spPr>
            <a:xfrm>
              <a:off x="13253363" y="7050876"/>
              <a:ext cx="1166667" cy="69249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6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점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11E85D-278D-D935-5D3D-08AAE391A430}"/>
                </a:ext>
              </a:extLst>
            </p:cNvPr>
            <p:cNvSpPr txBox="1"/>
            <p:nvPr/>
          </p:nvSpPr>
          <p:spPr>
            <a:xfrm>
              <a:off x="11359011" y="7050876"/>
              <a:ext cx="1166667" cy="646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5</a:t>
              </a:r>
              <a:r>
                <a:rPr kumimoji="0" lang="ko-KR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점</a:t>
              </a:r>
              <a:endParaRPr kumimoji="0" lang="ko-KR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57CEE3-DF9B-667B-09C3-6074BAD01C12}"/>
                </a:ext>
              </a:extLst>
            </p:cNvPr>
            <p:cNvSpPr txBox="1"/>
            <p:nvPr/>
          </p:nvSpPr>
          <p:spPr>
            <a:xfrm>
              <a:off x="9612036" y="7050876"/>
              <a:ext cx="965694" cy="600166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4</a:t>
              </a:r>
              <a:r>
                <a:rPr kumimoji="0" lang="ko-KR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점</a:t>
              </a:r>
              <a:endPara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9FCD53C-6C3D-C20B-28A8-F6BFBC049F03}"/>
                </a:ext>
              </a:extLst>
            </p:cNvPr>
            <p:cNvSpPr txBox="1"/>
            <p:nvPr/>
          </p:nvSpPr>
          <p:spPr>
            <a:xfrm>
              <a:off x="7664909" y="7050874"/>
              <a:ext cx="909384" cy="55399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3</a:t>
              </a:r>
              <a:r>
                <a: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점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8C80163-EB8A-22E7-A9EA-B083895381E4}"/>
                </a:ext>
              </a:extLst>
            </p:cNvPr>
            <p:cNvSpPr txBox="1"/>
            <p:nvPr/>
          </p:nvSpPr>
          <p:spPr>
            <a:xfrm>
              <a:off x="5793887" y="7050879"/>
              <a:ext cx="909384" cy="5078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2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점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2FAAD6-AF80-F18D-8C80-89C68F9673C8}"/>
                </a:ext>
              </a:extLst>
            </p:cNvPr>
            <p:cNvSpPr txBox="1"/>
            <p:nvPr/>
          </p:nvSpPr>
          <p:spPr>
            <a:xfrm>
              <a:off x="3922863" y="7050874"/>
              <a:ext cx="909384" cy="46166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1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점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endParaRPr>
            </a:p>
          </p:txBody>
        </p:sp>
      </p:grpSp>
      <p:sp>
        <p:nvSpPr>
          <p:cNvPr id="2" name="Object 10">
            <a:extLst>
              <a:ext uri="{FF2B5EF4-FFF2-40B4-BE49-F238E27FC236}">
                <a16:creationId xmlns:a16="http://schemas.microsoft.com/office/drawing/2014/main" id="{0A0D542B-AE28-96AA-440E-F96CEA15C2DB}"/>
              </a:ext>
            </a:extLst>
          </p:cNvPr>
          <p:cNvSpPr txBox="1"/>
          <p:nvPr/>
        </p:nvSpPr>
        <p:spPr>
          <a:xfrm>
            <a:off x="1219201" y="1390414"/>
            <a:ext cx="9753600" cy="9745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높은 점수일수록 낮은 확률로 설계된</a:t>
            </a:r>
            <a:endParaRPr kumimoji="0" lang="en-US" altLang="ko-KR" sz="2133" b="0" i="0" u="none" strike="noStrike" kern="0" cap="none" spc="-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아이템 카드 점수시스템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EBE579-DB27-7408-0C1A-D6A224B708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b="48126"/>
          <a:stretch/>
        </p:blipFill>
        <p:spPr>
          <a:xfrm>
            <a:off x="2169428" y="3268136"/>
            <a:ext cx="7853144" cy="230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72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10666-3740-F040-5A5D-8220A01D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5">
            <a:extLst>
              <a:ext uri="{FF2B5EF4-FFF2-40B4-BE49-F238E27FC236}">
                <a16:creationId xmlns:a16="http://schemas.microsoft.com/office/drawing/2014/main" id="{7C951E87-C35D-0BFE-F48C-DE5452B090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-304800" y="-889000"/>
            <a:ext cx="12801600" cy="8077200"/>
          </a:xfrm>
          <a:prstGeom prst="rect">
            <a:avLst/>
          </a:prstGeom>
          <a:gradFill>
            <a:gsLst>
              <a:gs pos="0">
                <a:srgbClr val="0A0201">
                  <a:alpha val="0"/>
                </a:srgbClr>
              </a:gs>
              <a:gs pos="100000">
                <a:srgbClr val="0A3054">
                  <a:alpha val="0"/>
                </a:srgbClr>
              </a:gs>
            </a:gsLst>
            <a:lin ang="5400000" scaled="1"/>
          </a:gradFill>
        </p:spPr>
      </p:pic>
      <p:sp>
        <p:nvSpPr>
          <p:cNvPr id="2" name="Object 10">
            <a:extLst>
              <a:ext uri="{FF2B5EF4-FFF2-40B4-BE49-F238E27FC236}">
                <a16:creationId xmlns:a16="http://schemas.microsoft.com/office/drawing/2014/main" id="{0A0D542B-AE28-96AA-440E-F96CEA15C2DB}"/>
              </a:ext>
            </a:extLst>
          </p:cNvPr>
          <p:cNvSpPr txBox="1"/>
          <p:nvPr/>
        </p:nvSpPr>
        <p:spPr>
          <a:xfrm>
            <a:off x="1219201" y="1390414"/>
            <a:ext cx="9753600" cy="9745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한 세트당 가산점이 추가되는</a:t>
            </a:r>
            <a:endParaRPr kumimoji="0" lang="en-US" altLang="ko-KR" sz="2133" b="0" i="0" u="none" strike="noStrike" kern="0" cap="none" spc="-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아이템 세트효과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EBE579-DB27-7408-0C1A-D6A224B708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b="48126"/>
          <a:stretch/>
        </p:blipFill>
        <p:spPr>
          <a:xfrm>
            <a:off x="2169428" y="3268136"/>
            <a:ext cx="7853144" cy="23096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8BF7B7-A2CF-F82F-E58E-7265880DF99B}"/>
              </a:ext>
            </a:extLst>
          </p:cNvPr>
          <p:cNvSpPr txBox="1"/>
          <p:nvPr/>
        </p:nvSpPr>
        <p:spPr>
          <a:xfrm>
            <a:off x="2082800" y="2724113"/>
            <a:ext cx="8026400" cy="4205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*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아이템 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한 세트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당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= 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가산점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9</a:t>
            </a:r>
            <a:r>
              <a:rPr kumimoji="0" lang="ko-KR" altLang="en-US" sz="2133" b="0" i="0" u="none" strike="noStrike" kern="0" cap="none" spc="-200" normalizeH="0" baseline="0" noProof="0" dirty="0" err="1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점씩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 제공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FF057A-30E1-4CAD-89A5-7CCA52998909}"/>
              </a:ext>
            </a:extLst>
          </p:cNvPr>
          <p:cNvSpPr/>
          <p:nvPr/>
        </p:nvSpPr>
        <p:spPr>
          <a:xfrm>
            <a:off x="2353701" y="3429341"/>
            <a:ext cx="7443961" cy="2003197"/>
          </a:xfrm>
          <a:prstGeom prst="rect">
            <a:avLst/>
          </a:prstGeom>
          <a:noFill/>
          <a:ln w="57150">
            <a:solidFill>
              <a:srgbClr val="FFCD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A36AF781-FF1A-5B31-F644-E337E4277AC0}"/>
              </a:ext>
            </a:extLst>
          </p:cNvPr>
          <p:cNvSpPr/>
          <p:nvPr/>
        </p:nvSpPr>
        <p:spPr>
          <a:xfrm>
            <a:off x="6819896" y="5432538"/>
            <a:ext cx="1473200" cy="231663"/>
          </a:xfrm>
          <a:prstGeom prst="downArrow">
            <a:avLst/>
          </a:prstGeom>
          <a:solidFill>
            <a:srgbClr val="FFCD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65BB5DA-0ACB-F6FA-E5D4-2E7FEC57D759}"/>
              </a:ext>
            </a:extLst>
          </p:cNvPr>
          <p:cNvCxnSpPr/>
          <p:nvPr/>
        </p:nvCxnSpPr>
        <p:spPr>
          <a:xfrm>
            <a:off x="3141049" y="6019800"/>
            <a:ext cx="34376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25AABE22-41B1-2B25-27D7-DC9547885DD1}"/>
              </a:ext>
            </a:extLst>
          </p:cNvPr>
          <p:cNvSpPr/>
          <p:nvPr/>
        </p:nvSpPr>
        <p:spPr>
          <a:xfrm>
            <a:off x="3115352" y="5655447"/>
            <a:ext cx="389849" cy="16953"/>
          </a:xfrm>
          <a:prstGeom prst="ellipse">
            <a:avLst/>
          </a:prstGeom>
          <a:noFill/>
          <a:ln w="38100">
            <a:solidFill>
              <a:srgbClr val="8A6E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00B11BF-20A2-5429-91AC-2C7A73D5FF5B}"/>
              </a:ext>
            </a:extLst>
          </p:cNvPr>
          <p:cNvSpPr/>
          <p:nvPr/>
        </p:nvSpPr>
        <p:spPr>
          <a:xfrm>
            <a:off x="3686852" y="5655447"/>
            <a:ext cx="389849" cy="16953"/>
          </a:xfrm>
          <a:prstGeom prst="ellipse">
            <a:avLst/>
          </a:prstGeom>
          <a:noFill/>
          <a:ln w="38100">
            <a:solidFill>
              <a:srgbClr val="5BB4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2672BB6-408D-A46B-BBA1-AC7B7B585BED}"/>
              </a:ext>
            </a:extLst>
          </p:cNvPr>
          <p:cNvSpPr/>
          <p:nvPr/>
        </p:nvSpPr>
        <p:spPr>
          <a:xfrm>
            <a:off x="4307709" y="5655447"/>
            <a:ext cx="389849" cy="16953"/>
          </a:xfrm>
          <a:prstGeom prst="ellipse">
            <a:avLst/>
          </a:prstGeom>
          <a:noFill/>
          <a:ln w="38100">
            <a:solidFill>
              <a:srgbClr val="A57E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7B3CDCA-7B20-BBCC-0229-168933E74BBA}"/>
              </a:ext>
            </a:extLst>
          </p:cNvPr>
          <p:cNvSpPr/>
          <p:nvPr/>
        </p:nvSpPr>
        <p:spPr>
          <a:xfrm>
            <a:off x="4935928" y="5655447"/>
            <a:ext cx="389849" cy="16953"/>
          </a:xfrm>
          <a:prstGeom prst="ellipse">
            <a:avLst/>
          </a:prstGeom>
          <a:noFill/>
          <a:ln w="38100">
            <a:solidFill>
              <a:srgbClr val="FEF3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5AB501E-6495-AAE2-503E-B771CABB344E}"/>
              </a:ext>
            </a:extLst>
          </p:cNvPr>
          <p:cNvSpPr/>
          <p:nvPr/>
        </p:nvSpPr>
        <p:spPr>
          <a:xfrm>
            <a:off x="5568273" y="5655447"/>
            <a:ext cx="389849" cy="16953"/>
          </a:xfrm>
          <a:prstGeom prst="ellipse">
            <a:avLst/>
          </a:prstGeom>
          <a:noFill/>
          <a:ln w="38100">
            <a:solidFill>
              <a:srgbClr val="5CC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296FE9D-37AF-34DC-13B6-A583C55783A7}"/>
              </a:ext>
            </a:extLst>
          </p:cNvPr>
          <p:cNvSpPr/>
          <p:nvPr/>
        </p:nvSpPr>
        <p:spPr>
          <a:xfrm>
            <a:off x="6191673" y="5655447"/>
            <a:ext cx="389849" cy="16953"/>
          </a:xfrm>
          <a:prstGeom prst="ellipse">
            <a:avLst/>
          </a:prstGeom>
          <a:noFill/>
          <a:ln w="38100">
            <a:solidFill>
              <a:srgbClr val="C523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1F1FA-1E38-49BF-9C91-91C7DF76B5FD}"/>
              </a:ext>
            </a:extLst>
          </p:cNvPr>
          <p:cNvSpPr txBox="1"/>
          <p:nvPr/>
        </p:nvSpPr>
        <p:spPr>
          <a:xfrm>
            <a:off x="2773228" y="5660461"/>
            <a:ext cx="664554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1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+ 2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+ 3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+ 4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+ 5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+ 6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+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 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세트효과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(9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점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)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= 30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</a:t>
            </a:r>
          </a:p>
        </p:txBody>
      </p:sp>
    </p:spTree>
    <p:extLst>
      <p:ext uri="{BB962C8B-B14F-4D97-AF65-F5344CB8AC3E}">
        <p14:creationId xmlns:p14="http://schemas.microsoft.com/office/powerpoint/2010/main" val="161947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0BCDB-D7AA-31BD-C3A9-B26F1ABF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5">
            <a:extLst>
              <a:ext uri="{FF2B5EF4-FFF2-40B4-BE49-F238E27FC236}">
                <a16:creationId xmlns:a16="http://schemas.microsoft.com/office/drawing/2014/main" id="{473D9343-4E8D-7CCD-F033-D0A52B2245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-101600" y="-76200"/>
            <a:ext cx="12395200" cy="7010400"/>
          </a:xfrm>
          <a:prstGeom prst="rect">
            <a:avLst/>
          </a:prstGeom>
          <a:gradFill>
            <a:gsLst>
              <a:gs pos="0">
                <a:srgbClr val="0A0201">
                  <a:alpha val="0"/>
                </a:srgbClr>
              </a:gs>
              <a:gs pos="100000">
                <a:srgbClr val="0A3054">
                  <a:alpha val="0"/>
                </a:srgbClr>
              </a:gs>
            </a:gsLst>
            <a:lin ang="5400000" scaled="1"/>
          </a:gradFill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E9DFC3E9-4419-3C69-11ED-8390ADBA86A3}"/>
              </a:ext>
            </a:extLst>
          </p:cNvPr>
          <p:cNvSpPr txBox="1"/>
          <p:nvPr/>
        </p:nvSpPr>
        <p:spPr>
          <a:xfrm>
            <a:off x="3200401" y="990601"/>
            <a:ext cx="5791200" cy="974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승패 결과에 따른 점수</a:t>
            </a:r>
            <a:endParaRPr kumimoji="0" lang="en-US" altLang="ko-KR" sz="2133" b="0" i="0" u="none" strike="noStrike" kern="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랜덤 뽑기</a:t>
            </a:r>
            <a:endParaRPr kumimoji="0" lang="en-US" altLang="ko-KR" sz="3600" b="0" i="0" u="none" strike="noStrike" kern="1200" cap="none" spc="-133" normalizeH="0" baseline="0" noProof="0" dirty="0">
              <a:ln>
                <a:noFill/>
              </a:ln>
              <a:solidFill>
                <a:srgbClr val="FFCD4A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pic>
        <p:nvPicPr>
          <p:cNvPr id="131" name="그래픽 130" descr="왕관 단색으로 채워진">
            <a:extLst>
              <a:ext uri="{FF2B5EF4-FFF2-40B4-BE49-F238E27FC236}">
                <a16:creationId xmlns:a16="http://schemas.microsoft.com/office/drawing/2014/main" id="{F10A61F7-2060-95CE-75EC-F3677531B7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2183430" y="1828016"/>
            <a:ext cx="482854" cy="482854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D5540718-04E3-3C61-40A0-B30CB4FE7148}"/>
              </a:ext>
            </a:extLst>
          </p:cNvPr>
          <p:cNvSpPr txBox="1"/>
          <p:nvPr/>
        </p:nvSpPr>
        <p:spPr>
          <a:xfrm>
            <a:off x="2303043" y="2190931"/>
            <a:ext cx="254452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승리</a:t>
            </a:r>
            <a:r>
              <a:rPr kumimoji="0" lang="ko-KR" altLang="en-US" sz="20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할 경우</a:t>
            </a:r>
            <a:r>
              <a:rPr kumimoji="0" lang="en-US" altLang="ko-KR" sz="20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 </a:t>
            </a:r>
            <a:r>
              <a:rPr kumimoji="0" lang="ko-KR" altLang="en-US" sz="2400" b="0" i="0" u="none" strike="noStrike" kern="0" cap="none" spc="-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뽑기 </a:t>
            </a: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4</a:t>
            </a:r>
            <a:r>
              <a:rPr kumimoji="0" lang="ko-KR" altLang="en-US" sz="2400" b="0" i="0" u="none" strike="noStrike" kern="0" cap="none" spc="-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회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A44380E-1949-6316-2F40-968115688833}"/>
              </a:ext>
            </a:extLst>
          </p:cNvPr>
          <p:cNvSpPr txBox="1"/>
          <p:nvPr/>
        </p:nvSpPr>
        <p:spPr>
          <a:xfrm>
            <a:off x="7344438" y="2190931"/>
            <a:ext cx="254452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패배</a:t>
            </a:r>
            <a:r>
              <a:rPr kumimoji="0" lang="ko-KR" altLang="en-US" sz="20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할 경우 </a:t>
            </a:r>
            <a:r>
              <a:rPr kumimoji="0" lang="ko-KR" altLang="en-US" sz="2400" b="0" i="0" u="none" strike="noStrike" kern="0" cap="none" spc="-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뽑기 </a:t>
            </a: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2</a:t>
            </a:r>
            <a:r>
              <a:rPr kumimoji="0" lang="ko-KR" altLang="en-US" sz="2400" b="0" i="0" u="none" strike="noStrike" kern="0" cap="none" spc="-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회</a:t>
            </a:r>
          </a:p>
        </p:txBody>
      </p: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5C4AD5B6-5961-9554-5003-185442925827}"/>
              </a:ext>
            </a:extLst>
          </p:cNvPr>
          <p:cNvGrpSpPr/>
          <p:nvPr/>
        </p:nvGrpSpPr>
        <p:grpSpPr>
          <a:xfrm>
            <a:off x="1666856" y="1440705"/>
            <a:ext cx="8858290" cy="5425763"/>
            <a:chOff x="3104257" y="2500596"/>
            <a:chExt cx="12079486" cy="7398768"/>
          </a:xfrm>
          <a:scene3d>
            <a:camera prst="perspectiveRelaxed"/>
            <a:lightRig rig="threePt" dir="t"/>
          </a:scene3d>
        </p:grpSpPr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0054F2BE-2017-D6C6-BE44-353A3E0837BF}"/>
                </a:ext>
              </a:extLst>
            </p:cNvPr>
            <p:cNvGrpSpPr/>
            <p:nvPr/>
          </p:nvGrpSpPr>
          <p:grpSpPr>
            <a:xfrm>
              <a:off x="3104257" y="8115300"/>
              <a:ext cx="12079486" cy="1784064"/>
              <a:chOff x="3193754" y="8115300"/>
              <a:chExt cx="12079486" cy="1784064"/>
            </a:xfrm>
          </p:grpSpPr>
          <p:pic>
            <p:nvPicPr>
              <p:cNvPr id="3" name="그림 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42F6D9C-5F1B-09F3-D56A-3510A82889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375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4" name="그림 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9695D222-8613-2AB3-4FD1-67D9927318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197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" name="그림 2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E4E80A94-5138-6F7B-987D-5D4FB8641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5" name="그림 2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99BD9423-0773-3245-A33D-06990FDF7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842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6" name="그림 2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B1FCAA5-488D-B25F-D433-669A3FC85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665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7" name="그림 2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E8C882A-FB35-CAF6-B9BD-6AA157A60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487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8" name="그림 2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44FA55DB-9C7B-B11D-4E7A-0C5E9EDF66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309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9" name="그림 2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63B95B5-C253-21B6-6E95-6F148F227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132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30" name="그림 2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808ADF1F-46D4-BB41-BF3D-BDB92646F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954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31" name="그림 3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5C66E04F-4B84-DF7C-D834-FF2A3503A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777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32" name="그림 3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CB58C5B-A29A-C5C8-9B43-448BD2565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75994" y="8115300"/>
                <a:ext cx="997246" cy="1784064"/>
              </a:xfrm>
              <a:prstGeom prst="rect">
                <a:avLst/>
              </a:prstGeom>
            </p:spPr>
          </p:pic>
        </p:grp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0A81A898-7211-B26F-7530-5519F4137C56}"/>
                </a:ext>
              </a:extLst>
            </p:cNvPr>
            <p:cNvGrpSpPr/>
            <p:nvPr/>
          </p:nvGrpSpPr>
          <p:grpSpPr>
            <a:xfrm>
              <a:off x="3104257" y="6243732"/>
              <a:ext cx="12079486" cy="1784064"/>
              <a:chOff x="3193754" y="8115300"/>
              <a:chExt cx="12079486" cy="1784064"/>
            </a:xfrm>
          </p:grpSpPr>
          <p:pic>
            <p:nvPicPr>
              <p:cNvPr id="200" name="그림 19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52B73992-F836-B94E-A33D-758AC3004A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375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1" name="그림 20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89F7ECE-D8D0-B096-6089-8E332D7D8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197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2" name="그림 20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F35DF758-4122-75A2-ADE6-A0E4C6A44E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3" name="그림 20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EB6AEC67-2E85-DF07-F1D6-6BC6644100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842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4" name="그림 20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79394049-BA54-CDA6-768D-9695819C2B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665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5" name="그림 20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A785331B-7BDA-E63E-5CDF-A7DE28F449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487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6" name="그림 20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4D77709-9E04-2B3D-A2FB-542F2EC7EE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309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7" name="그림 20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2CF7A0E-1E10-2762-0D14-64952284B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132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8" name="그림 20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EB4AA2A2-252A-6763-F3F4-208E73CC9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954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9" name="그림 20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C3ED602-9A4D-3561-E534-0F81F0523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777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10" name="그림 20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E7A0088-0FCA-59AE-535E-7DBC89B1E4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75994" y="8115300"/>
                <a:ext cx="997246" cy="1784064"/>
              </a:xfrm>
              <a:prstGeom prst="rect">
                <a:avLst/>
              </a:prstGeom>
            </p:spPr>
          </p:pic>
        </p:grp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3A15E873-0164-C7DC-2411-325CA280ADCF}"/>
                </a:ext>
              </a:extLst>
            </p:cNvPr>
            <p:cNvGrpSpPr/>
            <p:nvPr/>
          </p:nvGrpSpPr>
          <p:grpSpPr>
            <a:xfrm>
              <a:off x="3104257" y="4372164"/>
              <a:ext cx="12079486" cy="1784064"/>
              <a:chOff x="3193754" y="8115300"/>
              <a:chExt cx="12079486" cy="1784064"/>
            </a:xfrm>
          </p:grpSpPr>
          <p:pic>
            <p:nvPicPr>
              <p:cNvPr id="224" name="그림 22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CBE855A-D7C0-C138-D0F6-DBE27B0A06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375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5" name="그림 22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81CA315D-129B-2C2E-A5D3-42757E0DD0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197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6" name="그림 22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9B3E062-C742-6BB4-8041-2F1C22BCB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7" name="그림 22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748A3D3C-112A-8973-5520-FB22E2A8C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842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8" name="그림 22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79D8F623-771C-DBD1-E835-77376C840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665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9" name="그림 22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56A52BC-6FDF-B917-E180-2713A5B72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487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0" name="그림 22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84C862C-F01A-684D-3734-D0EF5D427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309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1" name="그림 23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B96E9105-9FEF-7F2D-2284-C418B1ACA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132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2" name="그림 23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9DB20ABB-D08E-4F1D-495D-3A626C66A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954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3" name="그림 23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A1DBA917-7ADE-7865-8ABD-73B8D194D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777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4" name="그림 23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B74A77DF-6FDC-2531-0A6F-E3B5384998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75994" y="8115300"/>
                <a:ext cx="997246" cy="1784064"/>
              </a:xfrm>
              <a:prstGeom prst="rect">
                <a:avLst/>
              </a:prstGeom>
            </p:spPr>
          </p:pic>
        </p:grpSp>
        <p:grpSp>
          <p:nvGrpSpPr>
            <p:cNvPr id="235" name="그룹 234">
              <a:extLst>
                <a:ext uri="{FF2B5EF4-FFF2-40B4-BE49-F238E27FC236}">
                  <a16:creationId xmlns:a16="http://schemas.microsoft.com/office/drawing/2014/main" id="{F79B6DF3-F9A8-F5EC-67CB-51690AF54097}"/>
                </a:ext>
              </a:extLst>
            </p:cNvPr>
            <p:cNvGrpSpPr/>
            <p:nvPr/>
          </p:nvGrpSpPr>
          <p:grpSpPr>
            <a:xfrm>
              <a:off x="3104257" y="2500596"/>
              <a:ext cx="12079486" cy="1784064"/>
              <a:chOff x="3193754" y="8115300"/>
              <a:chExt cx="12079486" cy="1784064"/>
            </a:xfrm>
          </p:grpSpPr>
          <p:pic>
            <p:nvPicPr>
              <p:cNvPr id="236" name="그림 23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30E0648-33F0-1ADD-7734-8CE63AF5FE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375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7" name="그림 23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D3F571FE-2F6C-BF55-3EA4-52E99C7FC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197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8" name="그림 23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B59BEF42-477A-7906-A3F1-BFBCF80F7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9" name="그림 23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8A98FF91-8F6E-654D-531E-6618F34F5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842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0" name="그림 23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7E7FC53-DD88-EB4D-923F-F9BF370DE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665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1" name="그림 24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0120672E-AC1A-0C40-79C7-B6D074ECF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487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2" name="그림 24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4EC16B6A-06C9-8A49-D7D6-C0EED92C9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309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3" name="그림 24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F7BE7A88-0B95-7737-739E-C8EAB8B63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132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4" name="그림 24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230608A-15CD-DB04-FDA1-7C90F7B845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954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5" name="그림 24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29257F0-0BC7-6F02-8C28-3E2C27114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777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6" name="그림 24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C5436483-B7E4-E9C4-E0BD-9615102BEC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75994" y="8115300"/>
                <a:ext cx="997246" cy="178406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0152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46AE1-0F0F-8A17-A553-51C01BD7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5">
            <a:extLst>
              <a:ext uri="{FF2B5EF4-FFF2-40B4-BE49-F238E27FC236}">
                <a16:creationId xmlns:a16="http://schemas.microsoft.com/office/drawing/2014/main" id="{5280436B-35E1-5CB8-2960-A083FDC948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-101600" y="-76200"/>
            <a:ext cx="12395200" cy="7010400"/>
          </a:xfrm>
          <a:prstGeom prst="rect">
            <a:avLst/>
          </a:prstGeom>
          <a:gradFill>
            <a:gsLst>
              <a:gs pos="0">
                <a:srgbClr val="0A0201">
                  <a:alpha val="0"/>
                </a:srgbClr>
              </a:gs>
              <a:gs pos="100000">
                <a:srgbClr val="0A3054">
                  <a:alpha val="0"/>
                </a:srgbClr>
              </a:gs>
            </a:gsLst>
            <a:lin ang="5400000" scaled="1"/>
          </a:gradFill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F13C00FA-6A8D-432B-A272-8497DACE9ABE}"/>
              </a:ext>
            </a:extLst>
          </p:cNvPr>
          <p:cNvSpPr txBox="1"/>
          <p:nvPr/>
        </p:nvSpPr>
        <p:spPr>
          <a:xfrm>
            <a:off x="3200400" y="541480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아이템 카드</a:t>
            </a:r>
            <a:endParaRPr kumimoji="0" lang="en-US" altLang="ko-KR" sz="2800" b="0" i="0" u="none" strike="noStrike" kern="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33" normalizeH="0" baseline="0" noProof="0" dirty="0" err="1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랜덤뽑기</a:t>
            </a: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예시</a:t>
            </a:r>
            <a:endParaRPr kumimoji="0" lang="en-US" altLang="ko-KR" sz="3600" b="0" i="0" u="none" strike="noStrike" kern="1200" cap="none" spc="-133" normalizeH="0" baseline="0" noProof="0" dirty="0">
              <a:ln>
                <a:noFill/>
              </a:ln>
              <a:solidFill>
                <a:srgbClr val="FFCD4A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7379665F-5964-B159-ABDC-63A2DB6EC3FE}"/>
              </a:ext>
            </a:extLst>
          </p:cNvPr>
          <p:cNvGrpSpPr/>
          <p:nvPr/>
        </p:nvGrpSpPr>
        <p:grpSpPr>
          <a:xfrm>
            <a:off x="1666856" y="1295402"/>
            <a:ext cx="8858290" cy="5425763"/>
            <a:chOff x="2500283" y="1943100"/>
            <a:chExt cx="13287435" cy="8138645"/>
          </a:xfrm>
          <a:scene3d>
            <a:camera prst="perspectiveRelaxedModerately"/>
            <a:lightRig rig="threePt" dir="t"/>
          </a:scene3d>
        </p:grpSpPr>
        <p:pic>
          <p:nvPicPr>
            <p:cNvPr id="169" name="그림 168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0032217A-B0B4-C61D-F62A-5E200B8B0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283" y="1943100"/>
              <a:ext cx="1096972" cy="1962470"/>
            </a:xfrm>
            <a:prstGeom prst="rect">
              <a:avLst/>
            </a:prstGeom>
          </p:spPr>
        </p:pic>
        <p:pic>
          <p:nvPicPr>
            <p:cNvPr id="170" name="그림 169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854B6CC6-2BE0-884C-C133-5CCB41E1D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9329" y="1943100"/>
              <a:ext cx="1096972" cy="1962470"/>
            </a:xfrm>
            <a:prstGeom prst="rect">
              <a:avLst/>
            </a:prstGeom>
          </p:spPr>
        </p:pic>
        <p:pic>
          <p:nvPicPr>
            <p:cNvPr id="171" name="그림 170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9DD96A68-0C84-0792-03B0-C9D48611B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8377" y="1943100"/>
              <a:ext cx="1096972" cy="1962470"/>
            </a:xfrm>
            <a:prstGeom prst="rect">
              <a:avLst/>
            </a:prstGeom>
          </p:spPr>
        </p:pic>
        <p:pic>
          <p:nvPicPr>
            <p:cNvPr id="172" name="그림 171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E48F0590-8B5C-3BB7-7A18-FFBAB5951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7422" y="1943100"/>
              <a:ext cx="1096971" cy="1962470"/>
            </a:xfrm>
            <a:prstGeom prst="rect">
              <a:avLst/>
            </a:prstGeom>
          </p:spPr>
        </p:pic>
        <p:pic>
          <p:nvPicPr>
            <p:cNvPr id="173" name="그림 172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1179CA19-476E-5433-F961-15BCB2C54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6469" y="1943100"/>
              <a:ext cx="1096971" cy="1962470"/>
            </a:xfrm>
            <a:prstGeom prst="rect">
              <a:avLst/>
            </a:prstGeom>
          </p:spPr>
        </p:pic>
        <p:pic>
          <p:nvPicPr>
            <p:cNvPr id="174" name="그림 173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46E7039A-6253-1CD7-9A5C-65660F059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5515" y="1943100"/>
              <a:ext cx="1096971" cy="1962470"/>
            </a:xfrm>
            <a:prstGeom prst="rect">
              <a:avLst/>
            </a:prstGeom>
          </p:spPr>
        </p:pic>
        <p:pic>
          <p:nvPicPr>
            <p:cNvPr id="175" name="그림 174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C0F4849F-1B09-600F-F9D0-35924C805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4561" y="1943100"/>
              <a:ext cx="1096971" cy="1962470"/>
            </a:xfrm>
            <a:prstGeom prst="rect">
              <a:avLst/>
            </a:prstGeom>
          </p:spPr>
        </p:pic>
        <p:pic>
          <p:nvPicPr>
            <p:cNvPr id="176" name="그림 175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5B91F4ED-B001-05C6-65EE-18691D1D7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3606" y="1943100"/>
              <a:ext cx="1096971" cy="1962470"/>
            </a:xfrm>
            <a:prstGeom prst="rect">
              <a:avLst/>
            </a:prstGeom>
          </p:spPr>
        </p:pic>
        <p:pic>
          <p:nvPicPr>
            <p:cNvPr id="177" name="그림 176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8BFCA6B3-3C3B-32AF-0D16-82B132950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52651" y="1943100"/>
              <a:ext cx="1096971" cy="1962470"/>
            </a:xfrm>
            <a:prstGeom prst="rect">
              <a:avLst/>
            </a:prstGeom>
          </p:spPr>
        </p:pic>
        <p:pic>
          <p:nvPicPr>
            <p:cNvPr id="178" name="그림 177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8B499BF1-20FC-FE29-FADE-606817242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1696" y="1943100"/>
              <a:ext cx="1096971" cy="1962470"/>
            </a:xfrm>
            <a:prstGeom prst="rect">
              <a:avLst/>
            </a:prstGeom>
          </p:spPr>
        </p:pic>
        <p:pic>
          <p:nvPicPr>
            <p:cNvPr id="179" name="그림 178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31E068EE-4701-FAD3-976C-D7F076626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0747" y="1943100"/>
              <a:ext cx="1096971" cy="1962470"/>
            </a:xfrm>
            <a:prstGeom prst="rect">
              <a:avLst/>
            </a:prstGeom>
          </p:spPr>
        </p:pic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4B18890D-7055-250E-E87C-70B356A9E99E}"/>
                </a:ext>
              </a:extLst>
            </p:cNvPr>
            <p:cNvGrpSpPr/>
            <p:nvPr/>
          </p:nvGrpSpPr>
          <p:grpSpPr>
            <a:xfrm>
              <a:off x="2500283" y="3831101"/>
              <a:ext cx="13287435" cy="6250644"/>
              <a:chOff x="2500283" y="3831101"/>
              <a:chExt cx="13287435" cy="6250644"/>
            </a:xfrm>
          </p:grpSpPr>
          <p:pic>
            <p:nvPicPr>
              <p:cNvPr id="202" name="그림 20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DABB1D0-2CCD-73B8-ED8F-F9177849B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00283" y="8119275"/>
                <a:ext cx="1096972" cy="1962470"/>
              </a:xfrm>
              <a:prstGeom prst="rect">
                <a:avLst/>
              </a:prstGeom>
            </p:spPr>
          </p:pic>
          <p:pic>
            <p:nvPicPr>
              <p:cNvPr id="203" name="그림 20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F6272FC-A9BA-B003-9D18-6A077787E0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19329" y="8119275"/>
                <a:ext cx="1096972" cy="1962470"/>
              </a:xfrm>
              <a:prstGeom prst="rect">
                <a:avLst/>
              </a:prstGeom>
            </p:spPr>
          </p:pic>
          <p:pic>
            <p:nvPicPr>
              <p:cNvPr id="204" name="그림 20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8EBCEA86-B12C-DF66-2127-A04BE50227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38377" y="8119275"/>
                <a:ext cx="1096972" cy="1962470"/>
              </a:xfrm>
              <a:prstGeom prst="rect">
                <a:avLst/>
              </a:prstGeom>
            </p:spPr>
          </p:pic>
          <p:pic>
            <p:nvPicPr>
              <p:cNvPr id="205" name="그림 20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371527B-E5AF-7202-547C-1AC968B79B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57422" y="811927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06" name="그림 20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DA6B0C0-74B7-C404-3F1F-9CF32CCB02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76469" y="811927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07" name="그림 20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08242443-1335-97EE-227E-BF921FDA16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95515" y="811927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08" name="그림 20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970098D2-2322-463E-4D6D-DF68B9AF8D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14561" y="811927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09" name="그림 20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CF96593-4D99-C919-7A8D-280AD35E7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33606" y="811927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10" name="그림 20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562CEC89-F86F-81AA-447F-14AE4FC9F6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252651" y="811927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11" name="그림 21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0CB93F5B-8D94-932E-E1BD-1077C80B27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71696" y="811927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12" name="그림 21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25B31DE-B875-B961-24C2-9DD77C055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690747" y="811927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91" name="그림 19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BFD1981-A303-D363-E513-9ED204662E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00283" y="6060550"/>
                <a:ext cx="1096972" cy="1962470"/>
              </a:xfrm>
              <a:prstGeom prst="rect">
                <a:avLst/>
              </a:prstGeom>
            </p:spPr>
          </p:pic>
          <p:pic>
            <p:nvPicPr>
              <p:cNvPr id="192" name="그림 19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77498F50-032E-727B-6EAF-F1CF78427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19329" y="6060550"/>
                <a:ext cx="1096972" cy="1962470"/>
              </a:xfrm>
              <a:prstGeom prst="rect">
                <a:avLst/>
              </a:prstGeom>
            </p:spPr>
          </p:pic>
          <p:pic>
            <p:nvPicPr>
              <p:cNvPr id="194" name="그림 19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497A969E-EF2F-418D-3E74-2CCBAE237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57422" y="6060550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95" name="그림 19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D6CDD025-D47F-0E68-B4E5-9C7A337EE9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76469" y="6060550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96" name="그림 19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2041794-9047-B23F-9CC5-8C3BD084D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95515" y="6060550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97" name="그림 19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BECDC53-AC9D-4FE5-C761-99F8DE2673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14561" y="6060550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98" name="그림 19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EE26A3DA-D059-BB29-F060-FA9110172F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33606" y="6060550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00" name="그림 19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5A648459-B3EA-FE9B-A95E-9817E62398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71696" y="6060550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01" name="그림 20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E1E16D4E-B709-46C2-6ADB-A6173451FC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690747" y="6060550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80" name="그림 17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4DDD5041-EAD3-38A0-894F-1E78219783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00283" y="4001825"/>
                <a:ext cx="1096972" cy="1962470"/>
              </a:xfrm>
              <a:prstGeom prst="rect">
                <a:avLst/>
              </a:prstGeom>
            </p:spPr>
          </p:pic>
          <p:pic>
            <p:nvPicPr>
              <p:cNvPr id="181" name="그림 18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D595317F-C1CF-7438-804F-A9BCF3AF4C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19329" y="4001825"/>
                <a:ext cx="1096972" cy="1962470"/>
              </a:xfrm>
              <a:prstGeom prst="rect">
                <a:avLst/>
              </a:prstGeom>
            </p:spPr>
          </p:pic>
          <p:pic>
            <p:nvPicPr>
              <p:cNvPr id="183" name="그림 18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03B63030-C3A3-5F7A-10B7-8867B1D9FE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57422" y="400182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84" name="그림 18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0237EE0-520F-2D28-69F3-5C6397EF5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76469" y="400182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85" name="그림 18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7C80CFAB-A76F-3525-25E7-5512CC25F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95515" y="400182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86" name="그림 18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AE1A0BAA-D1DF-5E65-CC7E-EB45E7A7F0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14561" y="400182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87" name="그림 18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FF74808D-79B6-E084-1BB6-D284BA81AC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33606" y="400182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89" name="그림 18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4C29A69C-DC10-1B73-83F8-E52A4C104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71696" y="400182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190" name="그림 18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F2C5161A-D9F3-35E5-8781-887DA05700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690747" y="4001825"/>
                <a:ext cx="1096971" cy="1962470"/>
              </a:xfrm>
              <a:prstGeom prst="rect">
                <a:avLst/>
              </a:prstGeom>
            </p:spPr>
          </p:pic>
          <p:pic>
            <p:nvPicPr>
              <p:cNvPr id="213" name="그림 212">
                <a:extLst>
                  <a:ext uri="{FF2B5EF4-FFF2-40B4-BE49-F238E27FC236}">
                    <a16:creationId xmlns:a16="http://schemas.microsoft.com/office/drawing/2014/main" id="{F21786C5-7CE7-4FFA-39E3-3CC82F8A19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724" b="89989" l="3476" r="94101">
                            <a14:foregroundMark x1="8960" y1="7874" x2="10459" y2="34702"/>
                            <a14:foregroundMark x1="5612" y1="11249" x2="4751" y2="37345"/>
                            <a14:foregroundMark x1="24235" y1="7030" x2="30517" y2="7480"/>
                            <a14:foregroundMark x1="37213" y1="7368" x2="43272" y2="34083"/>
                            <a14:foregroundMark x1="43272" y1="34083" x2="43272" y2="34083"/>
                            <a14:foregroundMark x1="55421" y1="10011" x2="59853" y2="40832"/>
                            <a14:foregroundMark x1="71716" y1="12092" x2="76276" y2="39033"/>
                            <a14:foregroundMark x1="88138" y1="12542" x2="93048" y2="34814"/>
                            <a14:foregroundMark x1="93048" y1="34814" x2="93048" y2="34927"/>
                            <a14:foregroundMark x1="44356" y1="13498" x2="42538" y2="38920"/>
                            <a14:foregroundMark x1="4943" y1="44769" x2="15019" y2="44432"/>
                            <a14:foregroundMark x1="15019" y1="44432" x2="15434" y2="44038"/>
                            <a14:foregroundMark x1="36798" y1="45613" x2="43399" y2="46007"/>
                            <a14:foregroundMark x1="43399" y1="46007" x2="47353" y2="44207"/>
                            <a14:foregroundMark x1="70153" y1="47525" x2="78316" y2="40832"/>
                            <a14:foregroundMark x1="78316" y1="40832" x2="78412" y2="20191"/>
                            <a14:foregroundMark x1="78412" y1="20191" x2="76148" y2="10124"/>
                            <a14:foregroundMark x1="76148" y1="10124" x2="70855" y2="11530"/>
                            <a14:foregroundMark x1="70855" y1="11530" x2="68654" y2="24522"/>
                            <a14:foregroundMark x1="68654" y1="24522" x2="69292" y2="39989"/>
                            <a14:foregroundMark x1="69292" y1="39989" x2="72927" y2="31215"/>
                            <a14:foregroundMark x1="86575" y1="10011" x2="94643" y2="16760"/>
                            <a14:foregroundMark x1="94643" y1="16760" x2="95727" y2="33127"/>
                            <a14:foregroundMark x1="95727" y1="33127" x2="94101" y2="41901"/>
                            <a14:foregroundMark x1="94101" y1="41901" x2="87468" y2="44769"/>
                            <a14:foregroundMark x1="87468" y1="44769" x2="84821" y2="32902"/>
                            <a14:foregroundMark x1="84821" y1="32902" x2="86990" y2="8605"/>
                            <a14:foregroundMark x1="23374" y1="13273" x2="20886" y2="27897"/>
                            <a14:foregroundMark x1="20886" y1="27897" x2="24522" y2="19179"/>
                            <a14:foregroundMark x1="24522" y1="19179" x2="26084" y2="37514"/>
                            <a14:foregroundMark x1="26084" y1="37514" x2="26658" y2="16592"/>
                            <a14:foregroundMark x1="26658" y1="16592" x2="26403" y2="34702"/>
                            <a14:foregroundMark x1="26403" y1="34702" x2="29241" y2="18448"/>
                            <a14:foregroundMark x1="29241" y1="18448" x2="28603" y2="16423"/>
                            <a14:foregroundMark x1="14094" y1="10517" x2="13265" y2="35771"/>
                            <a14:foregroundMark x1="13265" y1="35771" x2="15019" y2="14792"/>
                            <a14:foregroundMark x1="15019" y1="14792" x2="10587" y2="20697"/>
                            <a14:foregroundMark x1="10587" y1="20697" x2="11193" y2="37402"/>
                            <a14:foregroundMark x1="11193" y1="37402" x2="16394" y2="25614"/>
                            <a14:foregroundMark x1="16609" y1="20480" x2="16008" y2="12261"/>
                            <a14:foregroundMark x1="16008" y1="12261" x2="14892" y2="7762"/>
                            <a14:foregroundMark x1="53699" y1="5793" x2="60874" y2="7255"/>
                            <a14:foregroundMark x1="51244" y1="43757" x2="51754" y2="47132"/>
                            <a14:foregroundMark x1="64031" y1="42295" x2="64126" y2="45669"/>
                            <a14:foregroundMark x1="16231" y1="21541" x2="16422" y2="24634"/>
                            <a14:foregroundMark x1="16518" y1="21316" x2="16486" y2="25309"/>
                            <a14:foregroundMark x1="3476" y1="11924" x2="3571" y2="15973"/>
                            <a14:foregroundMark x1="20440" y1="5287" x2="27264" y2="4724"/>
                            <a14:foregroundMark x1="54114" y1="8943" x2="56441" y2="37402"/>
                            <a14:foregroundMark x1="56441" y1="37402" x2="56409" y2="37120"/>
                            <a14:foregroundMark x1="51116" y1="42801" x2="51435" y2="40832"/>
                            <a14:foregroundMark x1="51180" y1="40382" x2="51371" y2="29640"/>
                            <a14:backgroundMark x1="1180" y1="10742" x2="1594" y2="18785"/>
                            <a14:backgroundMark x1="1594" y1="15692" x2="797" y2="75028"/>
                            <a14:backgroundMark x1="797" y1="75028" x2="1818" y2="82565"/>
                            <a14:backgroundMark x1="12117" y1="2587" x2="27232" y2="506"/>
                            <a14:backgroundMark x1="27232" y1="506" x2="55740" y2="3262"/>
                            <a14:backgroundMark x1="55357" y1="2587" x2="59917" y2="506"/>
                            <a14:backgroundMark x1="17309" y1="24116" x2="17698" y2="25534"/>
                            <a14:backgroundMark x1="17325" y1="22033" x2="17634" y2="26884"/>
                            <a14:backgroundMark x1="17219" y1="20360" x2="17281" y2="21335"/>
                            <a14:backgroundMark x1="17217" y1="25328" x2="17092" y2="29753"/>
                          </a14:backgroundRemoval>
                        </a14:imgEffect>
                      </a14:imgLayer>
                    </a14:imgProps>
                  </a:ext>
                </a:extLst>
              </a:blip>
              <a:srcRect r="82344" b="48126"/>
              <a:stretch/>
            </p:blipFill>
            <p:spPr>
              <a:xfrm>
                <a:off x="4722877" y="3831101"/>
                <a:ext cx="1383130" cy="2303918"/>
              </a:xfrm>
              <a:prstGeom prst="rect">
                <a:avLst/>
              </a:prstGeom>
            </p:spPr>
          </p:pic>
          <p:pic>
            <p:nvPicPr>
              <p:cNvPr id="215" name="그림 214">
                <a:extLst>
                  <a:ext uri="{FF2B5EF4-FFF2-40B4-BE49-F238E27FC236}">
                    <a16:creationId xmlns:a16="http://schemas.microsoft.com/office/drawing/2014/main" id="{7B95AAC6-306B-97C5-76AE-314E5CF1FB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724" b="89989" l="3476" r="94101">
                            <a14:foregroundMark x1="8960" y1="7874" x2="10459" y2="34702"/>
                            <a14:foregroundMark x1="5612" y1="11249" x2="4751" y2="37345"/>
                            <a14:foregroundMark x1="24235" y1="7030" x2="30517" y2="7480"/>
                            <a14:foregroundMark x1="37213" y1="7368" x2="43272" y2="34083"/>
                            <a14:foregroundMark x1="43272" y1="34083" x2="43272" y2="34083"/>
                            <a14:foregroundMark x1="55421" y1="10011" x2="59853" y2="40832"/>
                            <a14:foregroundMark x1="71716" y1="12092" x2="76276" y2="39033"/>
                            <a14:foregroundMark x1="88138" y1="12542" x2="93048" y2="34814"/>
                            <a14:foregroundMark x1="93048" y1="34814" x2="93048" y2="34927"/>
                            <a14:foregroundMark x1="44356" y1="13498" x2="42538" y2="38920"/>
                            <a14:foregroundMark x1="4943" y1="44769" x2="15019" y2="44432"/>
                            <a14:foregroundMark x1="15019" y1="44432" x2="15434" y2="44038"/>
                            <a14:foregroundMark x1="36798" y1="45613" x2="43399" y2="46007"/>
                            <a14:foregroundMark x1="43399" y1="46007" x2="47353" y2="44207"/>
                            <a14:foregroundMark x1="70153" y1="47525" x2="78316" y2="40832"/>
                            <a14:foregroundMark x1="78316" y1="40832" x2="78412" y2="20191"/>
                            <a14:foregroundMark x1="78412" y1="20191" x2="76148" y2="10124"/>
                            <a14:foregroundMark x1="76148" y1="10124" x2="70855" y2="11530"/>
                            <a14:foregroundMark x1="70855" y1="11530" x2="68654" y2="24522"/>
                            <a14:foregroundMark x1="68654" y1="24522" x2="69292" y2="39989"/>
                            <a14:foregroundMark x1="69292" y1="39989" x2="72927" y2="31215"/>
                            <a14:foregroundMark x1="86575" y1="10011" x2="94643" y2="16760"/>
                            <a14:foregroundMark x1="94643" y1="16760" x2="95727" y2="33127"/>
                            <a14:foregroundMark x1="95727" y1="33127" x2="94101" y2="41901"/>
                            <a14:foregroundMark x1="94101" y1="41901" x2="87468" y2="44769"/>
                            <a14:foregroundMark x1="87468" y1="44769" x2="84821" y2="32902"/>
                            <a14:foregroundMark x1="84821" y1="32902" x2="86990" y2="8605"/>
                            <a14:foregroundMark x1="23374" y1="13273" x2="20886" y2="27897"/>
                            <a14:foregroundMark x1="20886" y1="27897" x2="24522" y2="19179"/>
                            <a14:foregroundMark x1="24522" y1="19179" x2="26084" y2="37514"/>
                            <a14:foregroundMark x1="26084" y1="37514" x2="26658" y2="16592"/>
                            <a14:foregroundMark x1="26658" y1="16592" x2="26403" y2="34702"/>
                            <a14:foregroundMark x1="26403" y1="34702" x2="29241" y2="18448"/>
                            <a14:foregroundMark x1="29241" y1="18448" x2="28603" y2="16423"/>
                            <a14:foregroundMark x1="14094" y1="10517" x2="13265" y2="35771"/>
                            <a14:foregroundMark x1="13265" y1="35771" x2="15019" y2="14792"/>
                            <a14:foregroundMark x1="15019" y1="14792" x2="10587" y2="20697"/>
                            <a14:foregroundMark x1="10587" y1="20697" x2="11193" y2="37402"/>
                            <a14:foregroundMark x1="11193" y1="37402" x2="16394" y2="25614"/>
                            <a14:foregroundMark x1="16609" y1="20480" x2="16008" y2="12261"/>
                            <a14:foregroundMark x1="16008" y1="12261" x2="14892" y2="7762"/>
                            <a14:foregroundMark x1="53699" y1="5793" x2="60874" y2="7255"/>
                            <a14:foregroundMark x1="51244" y1="43757" x2="51754" y2="47132"/>
                            <a14:foregroundMark x1="64031" y1="42295" x2="64126" y2="45669"/>
                            <a14:foregroundMark x1="16231" y1="21541" x2="16422" y2="24634"/>
                            <a14:foregroundMark x1="16518" y1="21316" x2="16486" y2="25309"/>
                            <a14:foregroundMark x1="3476" y1="11924" x2="3571" y2="15973"/>
                            <a14:foregroundMark x1="20440" y1="5287" x2="27264" y2="4724"/>
                            <a14:foregroundMark x1="54114" y1="8943" x2="56441" y2="37402"/>
                            <a14:foregroundMark x1="56441" y1="37402" x2="56409" y2="37120"/>
                            <a14:foregroundMark x1="51116" y1="42801" x2="51435" y2="40832"/>
                            <a14:foregroundMark x1="51180" y1="40382" x2="51371" y2="29640"/>
                            <a14:backgroundMark x1="1180" y1="10742" x2="1594" y2="18785"/>
                            <a14:backgroundMark x1="1594" y1="15692" x2="797" y2="75028"/>
                            <a14:backgroundMark x1="797" y1="75028" x2="1818" y2="82565"/>
                            <a14:backgroundMark x1="12117" y1="2587" x2="27232" y2="506"/>
                            <a14:backgroundMark x1="27232" y1="506" x2="55740" y2="3262"/>
                            <a14:backgroundMark x1="55357" y1="2587" x2="59917" y2="506"/>
                            <a14:backgroundMark x1="17309" y1="24116" x2="17698" y2="25534"/>
                            <a14:backgroundMark x1="17325" y1="22033" x2="17634" y2="26884"/>
                            <a14:backgroundMark x1="17219" y1="20360" x2="17281" y2="21335"/>
                            <a14:backgroundMark x1="17217" y1="25328" x2="17092" y2="29753"/>
                          </a14:backgroundRemoval>
                        </a14:imgEffect>
                      </a14:imgLayer>
                    </a14:imgProps>
                  </a:ext>
                </a:extLst>
              </a:blip>
              <a:srcRect l="17854" r="66748" b="48126"/>
              <a:stretch/>
            </p:blipFill>
            <p:spPr>
              <a:xfrm>
                <a:off x="12137834" y="3831101"/>
                <a:ext cx="1206244" cy="2303918"/>
              </a:xfrm>
              <a:prstGeom prst="rect">
                <a:avLst/>
              </a:prstGeom>
            </p:spPr>
          </p:pic>
          <p:pic>
            <p:nvPicPr>
              <p:cNvPr id="216" name="그림 215">
                <a:extLst>
                  <a:ext uri="{FF2B5EF4-FFF2-40B4-BE49-F238E27FC236}">
                    <a16:creationId xmlns:a16="http://schemas.microsoft.com/office/drawing/2014/main" id="{AB153BBE-B46D-E5C3-754C-D4678AC3D6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724" b="89989" l="3476" r="94101">
                            <a14:foregroundMark x1="8960" y1="7874" x2="10459" y2="34702"/>
                            <a14:foregroundMark x1="5612" y1="11249" x2="4751" y2="37345"/>
                            <a14:foregroundMark x1="24235" y1="7030" x2="30517" y2="7480"/>
                            <a14:foregroundMark x1="37213" y1="7368" x2="43272" y2="34083"/>
                            <a14:foregroundMark x1="43272" y1="34083" x2="43272" y2="34083"/>
                            <a14:foregroundMark x1="55421" y1="10011" x2="59853" y2="40832"/>
                            <a14:foregroundMark x1="71716" y1="12092" x2="76276" y2="39033"/>
                            <a14:foregroundMark x1="88138" y1="12542" x2="93048" y2="34814"/>
                            <a14:foregroundMark x1="93048" y1="34814" x2="93048" y2="34927"/>
                            <a14:foregroundMark x1="44356" y1="13498" x2="42538" y2="38920"/>
                            <a14:foregroundMark x1="4943" y1="44769" x2="15019" y2="44432"/>
                            <a14:foregroundMark x1="15019" y1="44432" x2="15434" y2="44038"/>
                            <a14:foregroundMark x1="36798" y1="45613" x2="43399" y2="46007"/>
                            <a14:foregroundMark x1="43399" y1="46007" x2="47353" y2="44207"/>
                            <a14:foregroundMark x1="70153" y1="47525" x2="78316" y2="40832"/>
                            <a14:foregroundMark x1="78316" y1="40832" x2="78412" y2="20191"/>
                            <a14:foregroundMark x1="78412" y1="20191" x2="76148" y2="10124"/>
                            <a14:foregroundMark x1="76148" y1="10124" x2="70855" y2="11530"/>
                            <a14:foregroundMark x1="70855" y1="11530" x2="68654" y2="24522"/>
                            <a14:foregroundMark x1="68654" y1="24522" x2="69292" y2="39989"/>
                            <a14:foregroundMark x1="69292" y1="39989" x2="72927" y2="31215"/>
                            <a14:foregroundMark x1="86575" y1="10011" x2="94643" y2="16760"/>
                            <a14:foregroundMark x1="94643" y1="16760" x2="95727" y2="33127"/>
                            <a14:foregroundMark x1="95727" y1="33127" x2="94101" y2="41901"/>
                            <a14:foregroundMark x1="94101" y1="41901" x2="87468" y2="44769"/>
                            <a14:foregroundMark x1="87468" y1="44769" x2="84821" y2="32902"/>
                            <a14:foregroundMark x1="84821" y1="32902" x2="86990" y2="8605"/>
                            <a14:foregroundMark x1="23374" y1="13273" x2="20886" y2="27897"/>
                            <a14:foregroundMark x1="20886" y1="27897" x2="24522" y2="19179"/>
                            <a14:foregroundMark x1="24522" y1="19179" x2="26084" y2="37514"/>
                            <a14:foregroundMark x1="26084" y1="37514" x2="26658" y2="16592"/>
                            <a14:foregroundMark x1="26658" y1="16592" x2="26403" y2="34702"/>
                            <a14:foregroundMark x1="26403" y1="34702" x2="29241" y2="18448"/>
                            <a14:foregroundMark x1="29241" y1="18448" x2="28603" y2="16423"/>
                            <a14:foregroundMark x1="14094" y1="10517" x2="13265" y2="35771"/>
                            <a14:foregroundMark x1="13265" y1="35771" x2="15019" y2="14792"/>
                            <a14:foregroundMark x1="15019" y1="14792" x2="10587" y2="20697"/>
                            <a14:foregroundMark x1="10587" y1="20697" x2="11193" y2="37402"/>
                            <a14:foregroundMark x1="11193" y1="37402" x2="16394" y2="25614"/>
                            <a14:foregroundMark x1="16609" y1="20480" x2="16008" y2="12261"/>
                            <a14:foregroundMark x1="16008" y1="12261" x2="14892" y2="7762"/>
                            <a14:foregroundMark x1="53699" y1="5793" x2="60874" y2="7255"/>
                            <a14:foregroundMark x1="51244" y1="43757" x2="51754" y2="47132"/>
                            <a14:foregroundMark x1="64031" y1="42295" x2="64126" y2="45669"/>
                            <a14:foregroundMark x1="16231" y1="21541" x2="16422" y2="24634"/>
                            <a14:foregroundMark x1="16518" y1="21316" x2="16486" y2="25309"/>
                            <a14:foregroundMark x1="3476" y1="11924" x2="3571" y2="15973"/>
                            <a14:foregroundMark x1="20440" y1="5287" x2="27264" y2="4724"/>
                            <a14:foregroundMark x1="54114" y1="8943" x2="56441" y2="37402"/>
                            <a14:foregroundMark x1="56441" y1="37402" x2="56409" y2="37120"/>
                            <a14:foregroundMark x1="51116" y1="42801" x2="51435" y2="40832"/>
                            <a14:foregroundMark x1="51180" y1="40382" x2="51371" y2="29640"/>
                            <a14:backgroundMark x1="1180" y1="10742" x2="1594" y2="18785"/>
                            <a14:backgroundMark x1="1594" y1="15692" x2="797" y2="75028"/>
                            <a14:backgroundMark x1="797" y1="75028" x2="1818" y2="82565"/>
                            <a14:backgroundMark x1="12117" y1="2587" x2="27232" y2="506"/>
                            <a14:backgroundMark x1="27232" y1="506" x2="55740" y2="3262"/>
                            <a14:backgroundMark x1="55357" y1="2587" x2="59917" y2="506"/>
                            <a14:backgroundMark x1="17309" y1="24116" x2="17698" y2="25534"/>
                            <a14:backgroundMark x1="17325" y1="22033" x2="17634" y2="26884"/>
                            <a14:backgroundMark x1="17219" y1="20360" x2="17281" y2="21335"/>
                            <a14:backgroundMark x1="17217" y1="25328" x2="17092" y2="29753"/>
                          </a14:backgroundRemoval>
                        </a14:imgEffect>
                      </a14:imgLayer>
                    </a14:imgProps>
                  </a:ext>
                </a:extLst>
              </a:blip>
              <a:srcRect l="34728" r="50591" b="48126"/>
              <a:stretch/>
            </p:blipFill>
            <p:spPr>
              <a:xfrm>
                <a:off x="4946362" y="5889827"/>
                <a:ext cx="1150020" cy="2303916"/>
              </a:xfrm>
              <a:prstGeom prst="rect">
                <a:avLst/>
              </a:prstGeom>
            </p:spPr>
          </p:pic>
          <p:pic>
            <p:nvPicPr>
              <p:cNvPr id="217" name="그림 216">
                <a:extLst>
                  <a:ext uri="{FF2B5EF4-FFF2-40B4-BE49-F238E27FC236}">
                    <a16:creationId xmlns:a16="http://schemas.microsoft.com/office/drawing/2014/main" id="{174875C1-6320-F7A5-7B8D-CFA69DBB33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724" b="89989" l="3476" r="94101">
                            <a14:foregroundMark x1="8960" y1="7874" x2="10459" y2="34702"/>
                            <a14:foregroundMark x1="5612" y1="11249" x2="4751" y2="37345"/>
                            <a14:foregroundMark x1="24235" y1="7030" x2="30517" y2="7480"/>
                            <a14:foregroundMark x1="37213" y1="7368" x2="43272" y2="34083"/>
                            <a14:foregroundMark x1="43272" y1="34083" x2="43272" y2="34083"/>
                            <a14:foregroundMark x1="55421" y1="10011" x2="59853" y2="40832"/>
                            <a14:foregroundMark x1="71716" y1="12092" x2="76276" y2="39033"/>
                            <a14:foregroundMark x1="88138" y1="12542" x2="93048" y2="34814"/>
                            <a14:foregroundMark x1="93048" y1="34814" x2="93048" y2="34927"/>
                            <a14:foregroundMark x1="44356" y1="13498" x2="42538" y2="38920"/>
                            <a14:foregroundMark x1="4943" y1="44769" x2="15019" y2="44432"/>
                            <a14:foregroundMark x1="15019" y1="44432" x2="15434" y2="44038"/>
                            <a14:foregroundMark x1="36798" y1="45613" x2="43399" y2="46007"/>
                            <a14:foregroundMark x1="43399" y1="46007" x2="47353" y2="44207"/>
                            <a14:foregroundMark x1="70153" y1="47525" x2="78316" y2="40832"/>
                            <a14:foregroundMark x1="78316" y1="40832" x2="78412" y2="20191"/>
                            <a14:foregroundMark x1="78412" y1="20191" x2="76148" y2="10124"/>
                            <a14:foregroundMark x1="76148" y1="10124" x2="70855" y2="11530"/>
                            <a14:foregroundMark x1="70855" y1="11530" x2="68654" y2="24522"/>
                            <a14:foregroundMark x1="68654" y1="24522" x2="69292" y2="39989"/>
                            <a14:foregroundMark x1="69292" y1="39989" x2="72927" y2="31215"/>
                            <a14:foregroundMark x1="86575" y1="10011" x2="94643" y2="16760"/>
                            <a14:foregroundMark x1="94643" y1="16760" x2="95727" y2="33127"/>
                            <a14:foregroundMark x1="95727" y1="33127" x2="94101" y2="41901"/>
                            <a14:foregroundMark x1="94101" y1="41901" x2="87468" y2="44769"/>
                            <a14:foregroundMark x1="87468" y1="44769" x2="84821" y2="32902"/>
                            <a14:foregroundMark x1="84821" y1="32902" x2="86990" y2="8605"/>
                            <a14:foregroundMark x1="23374" y1="13273" x2="20886" y2="27897"/>
                            <a14:foregroundMark x1="20886" y1="27897" x2="24522" y2="19179"/>
                            <a14:foregroundMark x1="24522" y1="19179" x2="26084" y2="37514"/>
                            <a14:foregroundMark x1="26084" y1="37514" x2="26658" y2="16592"/>
                            <a14:foregroundMark x1="26658" y1="16592" x2="26403" y2="34702"/>
                            <a14:foregroundMark x1="26403" y1="34702" x2="29241" y2="18448"/>
                            <a14:foregroundMark x1="29241" y1="18448" x2="28603" y2="16423"/>
                            <a14:foregroundMark x1="14094" y1="10517" x2="13265" y2="35771"/>
                            <a14:foregroundMark x1="13265" y1="35771" x2="15019" y2="14792"/>
                            <a14:foregroundMark x1="15019" y1="14792" x2="10587" y2="20697"/>
                            <a14:foregroundMark x1="10587" y1="20697" x2="11193" y2="37402"/>
                            <a14:foregroundMark x1="11193" y1="37402" x2="16394" y2="25614"/>
                            <a14:foregroundMark x1="16609" y1="20480" x2="16008" y2="12261"/>
                            <a14:foregroundMark x1="16008" y1="12261" x2="14892" y2="7762"/>
                            <a14:foregroundMark x1="53699" y1="5793" x2="60874" y2="7255"/>
                            <a14:foregroundMark x1="51244" y1="43757" x2="51754" y2="47132"/>
                            <a14:foregroundMark x1="64031" y1="42295" x2="64126" y2="45669"/>
                            <a14:foregroundMark x1="16231" y1="21541" x2="16422" y2="24634"/>
                            <a14:foregroundMark x1="16518" y1="21316" x2="16486" y2="25309"/>
                            <a14:foregroundMark x1="3476" y1="11924" x2="3571" y2="15973"/>
                            <a14:foregroundMark x1="20440" y1="5287" x2="27264" y2="4724"/>
                            <a14:foregroundMark x1="54114" y1="8943" x2="56441" y2="37402"/>
                            <a14:foregroundMark x1="56441" y1="37402" x2="56409" y2="37120"/>
                            <a14:foregroundMark x1="51116" y1="42801" x2="51435" y2="40832"/>
                            <a14:foregroundMark x1="51180" y1="40382" x2="51371" y2="29640"/>
                            <a14:backgroundMark x1="1180" y1="10742" x2="1594" y2="18785"/>
                            <a14:backgroundMark x1="1594" y1="15692" x2="797" y2="75028"/>
                            <a14:backgroundMark x1="797" y1="75028" x2="1818" y2="82565"/>
                            <a14:backgroundMark x1="12117" y1="2587" x2="27232" y2="506"/>
                            <a14:backgroundMark x1="27232" y1="506" x2="55740" y2="3262"/>
                            <a14:backgroundMark x1="55357" y1="2587" x2="59917" y2="506"/>
                            <a14:backgroundMark x1="17309" y1="24116" x2="17698" y2="25534"/>
                            <a14:backgroundMark x1="17325" y1="22033" x2="17634" y2="26884"/>
                            <a14:backgroundMark x1="17219" y1="20360" x2="17281" y2="21335"/>
                            <a14:backgroundMark x1="17217" y1="25328" x2="17092" y2="29753"/>
                          </a14:backgroundRemoval>
                        </a14:imgEffect>
                      </a14:imgLayer>
                    </a14:imgProps>
                  </a:ext>
                </a:extLst>
              </a:blip>
              <a:srcRect l="49809" r="34330" b="48126"/>
              <a:stretch/>
            </p:blipFill>
            <p:spPr>
              <a:xfrm>
                <a:off x="12130577" y="5889825"/>
                <a:ext cx="1242534" cy="2303920"/>
              </a:xfrm>
              <a:prstGeom prst="rect">
                <a:avLst/>
              </a:prstGeom>
            </p:spPr>
          </p:pic>
          <p:grpSp>
            <p:nvGrpSpPr>
              <p:cNvPr id="226" name="그룹 225">
                <a:extLst>
                  <a:ext uri="{FF2B5EF4-FFF2-40B4-BE49-F238E27FC236}">
                    <a16:creationId xmlns:a16="http://schemas.microsoft.com/office/drawing/2014/main" id="{717E70E1-1E45-BCB8-086A-6A48E2FAE068}"/>
                  </a:ext>
                </a:extLst>
              </p:cNvPr>
              <p:cNvGrpSpPr/>
              <p:nvPr/>
            </p:nvGrpSpPr>
            <p:grpSpPr>
              <a:xfrm>
                <a:off x="5486863" y="5207064"/>
                <a:ext cx="2079552" cy="899653"/>
                <a:chOff x="5842000" y="5216261"/>
                <a:chExt cx="2079552" cy="899653"/>
              </a:xfrm>
            </p:grpSpPr>
            <p:sp>
              <p:nvSpPr>
                <p:cNvPr id="224" name="직사각형 223">
                  <a:extLst>
                    <a:ext uri="{FF2B5EF4-FFF2-40B4-BE49-F238E27FC236}">
                      <a16:creationId xmlns:a16="http://schemas.microsoft.com/office/drawing/2014/main" id="{E2EDEAF5-2CF8-26C5-C931-94BBD6FA8108}"/>
                    </a:ext>
                  </a:extLst>
                </p:cNvPr>
                <p:cNvSpPr/>
                <p:nvPr/>
              </p:nvSpPr>
              <p:spPr>
                <a:xfrm>
                  <a:off x="6308541" y="5216261"/>
                  <a:ext cx="1214308" cy="763653"/>
                </a:xfrm>
                <a:prstGeom prst="rect">
                  <a:avLst/>
                </a:prstGeom>
                <a:solidFill>
                  <a:srgbClr val="8A6EA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60966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Light" panose="02000000000000000000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52AB9DA-409B-3750-D2FA-74B3AEFBD0B7}"/>
                    </a:ext>
                  </a:extLst>
                </p:cNvPr>
                <p:cNvSpPr txBox="1"/>
                <p:nvPr/>
              </p:nvSpPr>
              <p:spPr>
                <a:xfrm>
                  <a:off x="5842000" y="5238751"/>
                  <a:ext cx="2079552" cy="877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6096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3200" b="0" i="0" u="none" strike="noStrike" kern="0" cap="none" spc="-300" normalizeH="0" baseline="0" noProof="0" dirty="0">
                      <a:ln>
                        <a:noFill/>
                      </a:ln>
                      <a:solidFill>
                        <a:srgbClr val="91699B"/>
                      </a:solidFill>
                      <a:effectLst/>
                      <a:uLnTx/>
                      <a:uFillTx/>
                      <a:latin typeface="G마켓 산스 Bold" panose="02000000000000000000" pitchFamily="50" charset="-127"/>
                      <a:ea typeface="G마켓 산스 Bold" panose="02000000000000000000" pitchFamily="50" charset="-127"/>
                      <a:cs typeface="Pretendard Thin" pitchFamily="34" charset="0"/>
                    </a:rPr>
                    <a:t>1</a:t>
                  </a:r>
                  <a:r>
                    <a:rPr kumimoji="0" lang="ko-KR" altLang="en-US" sz="3200" b="0" i="0" u="none" strike="noStrike" kern="0" cap="none" spc="-300" normalizeH="0" baseline="0" noProof="0" dirty="0">
                      <a:ln>
                        <a:noFill/>
                      </a:ln>
                      <a:solidFill>
                        <a:srgbClr val="91699B"/>
                      </a:solidFill>
                      <a:effectLst/>
                      <a:uLnTx/>
                      <a:uFillTx/>
                      <a:latin typeface="G마켓 산스 Bold" panose="02000000000000000000" pitchFamily="50" charset="-127"/>
                      <a:ea typeface="G마켓 산스 Bold" panose="02000000000000000000" pitchFamily="50" charset="-127"/>
                      <a:cs typeface="Pretendard Thin" pitchFamily="34" charset="0"/>
                    </a:rPr>
                    <a:t>점</a:t>
                  </a:r>
                  <a:endParaRPr kumimoji="0" lang="en-US" altLang="ko-KR" sz="3200" b="0" i="0" u="none" strike="noStrike" kern="0" cap="none" spc="-300" normalizeH="0" baseline="0" noProof="0" dirty="0">
                    <a:ln>
                      <a:noFill/>
                    </a:ln>
                    <a:solidFill>
                      <a:srgbClr val="91699B"/>
                    </a:solidFill>
                    <a:effectLst/>
                    <a:uLnTx/>
                    <a:uFillTx/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Pretendard Thin" pitchFamily="34" charset="0"/>
                  </a:endParaRPr>
                </a:p>
              </p:txBody>
            </p:sp>
          </p:grpSp>
          <p:grpSp>
            <p:nvGrpSpPr>
              <p:cNvPr id="227" name="그룹 226">
                <a:extLst>
                  <a:ext uri="{FF2B5EF4-FFF2-40B4-BE49-F238E27FC236}">
                    <a16:creationId xmlns:a16="http://schemas.microsoft.com/office/drawing/2014/main" id="{6EA3AC31-F411-A584-5016-3C3A3461516B}"/>
                  </a:ext>
                </a:extLst>
              </p:cNvPr>
              <p:cNvGrpSpPr/>
              <p:nvPr/>
            </p:nvGrpSpPr>
            <p:grpSpPr>
              <a:xfrm>
                <a:off x="10531953" y="5204414"/>
                <a:ext cx="2079552" cy="899653"/>
                <a:chOff x="5842000" y="5216261"/>
                <a:chExt cx="2079552" cy="899653"/>
              </a:xfrm>
            </p:grpSpPr>
            <p:sp>
              <p:nvSpPr>
                <p:cNvPr id="228" name="직사각형 227">
                  <a:extLst>
                    <a:ext uri="{FF2B5EF4-FFF2-40B4-BE49-F238E27FC236}">
                      <a16:creationId xmlns:a16="http://schemas.microsoft.com/office/drawing/2014/main" id="{00B29A39-A59C-88F4-B9B2-D412CB17F5F2}"/>
                    </a:ext>
                  </a:extLst>
                </p:cNvPr>
                <p:cNvSpPr/>
                <p:nvPr/>
              </p:nvSpPr>
              <p:spPr>
                <a:xfrm>
                  <a:off x="6308541" y="5216261"/>
                  <a:ext cx="1214308" cy="763653"/>
                </a:xfrm>
                <a:prstGeom prst="rect">
                  <a:avLst/>
                </a:prstGeom>
                <a:solidFill>
                  <a:srgbClr val="5BB44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60966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Light" panose="02000000000000000000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B2DDB1DC-0C5B-B382-6D38-DA8A0706D626}"/>
                    </a:ext>
                  </a:extLst>
                </p:cNvPr>
                <p:cNvSpPr txBox="1"/>
                <p:nvPr/>
              </p:nvSpPr>
              <p:spPr>
                <a:xfrm>
                  <a:off x="5842000" y="5238751"/>
                  <a:ext cx="2079552" cy="877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6096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3200" b="0" i="0" u="none" strike="noStrike" kern="0" cap="none" spc="-30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마켓 산스 Bold" panose="02000000000000000000" pitchFamily="50" charset="-127"/>
                      <a:ea typeface="G마켓 산스 Bold" panose="02000000000000000000" pitchFamily="50" charset="-127"/>
                      <a:cs typeface="Pretendard Thin" pitchFamily="34" charset="0"/>
                    </a:rPr>
                    <a:t>2</a:t>
                  </a:r>
                  <a:r>
                    <a:rPr kumimoji="0" lang="ko-KR" altLang="en-US" sz="3200" b="0" i="0" u="none" strike="noStrike" kern="0" cap="none" spc="-30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마켓 산스 Bold" panose="02000000000000000000" pitchFamily="50" charset="-127"/>
                      <a:ea typeface="G마켓 산스 Bold" panose="02000000000000000000" pitchFamily="50" charset="-127"/>
                      <a:cs typeface="Pretendard Thin" pitchFamily="34" charset="0"/>
                    </a:rPr>
                    <a:t>점</a:t>
                  </a:r>
                  <a:endParaRPr kumimoji="0" lang="en-US" altLang="ko-KR" sz="3200" b="0" i="0" u="none" strike="noStrike" kern="0" cap="none" spc="-3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Pretendard Thin" pitchFamily="34" charset="0"/>
                  </a:endParaRPr>
                </a:p>
              </p:txBody>
            </p:sp>
          </p:grpSp>
          <p:sp>
            <p:nvSpPr>
              <p:cNvPr id="231" name="직사각형 230">
                <a:extLst>
                  <a:ext uri="{FF2B5EF4-FFF2-40B4-BE49-F238E27FC236}">
                    <a16:creationId xmlns:a16="http://schemas.microsoft.com/office/drawing/2014/main" id="{7F3FF10E-4E49-1D28-61D9-55F78121FA59}"/>
                  </a:ext>
                </a:extLst>
              </p:cNvPr>
              <p:cNvSpPr/>
              <p:nvPr/>
            </p:nvSpPr>
            <p:spPr>
              <a:xfrm>
                <a:off x="11188125" y="7007120"/>
                <a:ext cx="1214308" cy="763653"/>
              </a:xfrm>
              <a:prstGeom prst="rect">
                <a:avLst/>
              </a:prstGeom>
              <a:solidFill>
                <a:srgbClr val="F2892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09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Light" panose="02000000000000000000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8F031F8B-2005-05E7-24D2-13DF959B4584}"/>
                  </a:ext>
                </a:extLst>
              </p:cNvPr>
              <p:cNvSpPr txBox="1"/>
              <p:nvPr/>
            </p:nvSpPr>
            <p:spPr>
              <a:xfrm>
                <a:off x="10721584" y="7029610"/>
                <a:ext cx="2079552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3200" b="0" i="0" u="none" strike="noStrike" kern="0" cap="none" spc="-3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Pretendard Thin" pitchFamily="34" charset="0"/>
                  </a:rPr>
                  <a:t>4</a:t>
                </a:r>
                <a:r>
                  <a:rPr kumimoji="0" lang="ko-KR" altLang="en-US" sz="3200" b="0" i="0" u="none" strike="noStrike" kern="0" cap="none" spc="-3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Pretendard Thin" pitchFamily="34" charset="0"/>
                  </a:rPr>
                  <a:t>점</a:t>
                </a:r>
                <a:endParaRPr kumimoji="0" lang="en-US" altLang="ko-KR" sz="32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endParaRPr>
              </a:p>
            </p:txBody>
          </p: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5D1688D4-6671-2679-A2A5-EB4AE28F866D}"/>
                  </a:ext>
                </a:extLst>
              </p:cNvPr>
              <p:cNvSpPr/>
              <p:nvPr/>
            </p:nvSpPr>
            <p:spPr>
              <a:xfrm>
                <a:off x="5881688" y="7007120"/>
                <a:ext cx="1214308" cy="763653"/>
              </a:xfrm>
              <a:prstGeom prst="rect">
                <a:avLst/>
              </a:prstGeom>
              <a:solidFill>
                <a:srgbClr val="A57E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09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Light" panose="02000000000000000000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A256E6C-31E7-9142-C5AE-E9E57BC63E14}"/>
                  </a:ext>
                </a:extLst>
              </p:cNvPr>
              <p:cNvSpPr txBox="1"/>
              <p:nvPr/>
            </p:nvSpPr>
            <p:spPr>
              <a:xfrm>
                <a:off x="5415148" y="7029610"/>
                <a:ext cx="2079552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3200" b="0" i="0" u="none" strike="noStrike" kern="0" cap="none" spc="-300" normalizeH="0" baseline="0" noProof="0" dirty="0">
                    <a:ln>
                      <a:noFill/>
                    </a:ln>
                    <a:solidFill>
                      <a:srgbClr val="756254"/>
                    </a:solidFill>
                    <a:effectLst/>
                    <a:uLnTx/>
                    <a:uFillTx/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Pretendard Thin" pitchFamily="34" charset="0"/>
                  </a:rPr>
                  <a:t>3</a:t>
                </a:r>
                <a:r>
                  <a:rPr kumimoji="0" lang="ko-KR" altLang="en-US" sz="3200" b="0" i="0" u="none" strike="noStrike" kern="0" cap="none" spc="-300" normalizeH="0" baseline="0" noProof="0" dirty="0">
                    <a:ln>
                      <a:noFill/>
                    </a:ln>
                    <a:solidFill>
                      <a:srgbClr val="756254"/>
                    </a:solidFill>
                    <a:effectLst/>
                    <a:uLnTx/>
                    <a:uFillTx/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Pretendard Thin" pitchFamily="34" charset="0"/>
                  </a:rPr>
                  <a:t>점</a:t>
                </a:r>
                <a:endParaRPr kumimoji="0" lang="en-US" altLang="ko-KR" sz="3200" b="0" i="0" u="none" strike="noStrike" kern="0" cap="none" spc="-300" normalizeH="0" baseline="0" noProof="0" dirty="0">
                  <a:ln>
                    <a:noFill/>
                  </a:ln>
                  <a:solidFill>
                    <a:srgbClr val="756254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endParaRPr>
              </a:p>
            </p:txBody>
          </p:sp>
        </p:grpSp>
      </p:grpSp>
      <p:sp>
        <p:nvSpPr>
          <p:cNvPr id="238" name="TextBox 237">
            <a:extLst>
              <a:ext uri="{FF2B5EF4-FFF2-40B4-BE49-F238E27FC236}">
                <a16:creationId xmlns:a16="http://schemas.microsoft.com/office/drawing/2014/main" id="{2A6B7935-C2BA-257F-E6D9-41405DB05C29}"/>
              </a:ext>
            </a:extLst>
          </p:cNvPr>
          <p:cNvSpPr txBox="1"/>
          <p:nvPr/>
        </p:nvSpPr>
        <p:spPr>
          <a:xfrm>
            <a:off x="4823741" y="1592273"/>
            <a:ext cx="254452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승리</a:t>
            </a:r>
            <a:r>
              <a:rPr kumimoji="0" lang="ko-KR" altLang="en-US" sz="1600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한 경우</a:t>
            </a:r>
            <a:r>
              <a:rPr kumimoji="0" lang="en-US" altLang="ko-KR" sz="1600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 </a:t>
            </a:r>
            <a:r>
              <a:rPr kumimoji="0" lang="ko-KR" altLang="en-US" sz="1800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뽑기 </a:t>
            </a:r>
            <a:r>
              <a:rPr kumimoji="0" lang="en-US" altLang="ko-KR" sz="1800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4</a:t>
            </a:r>
            <a:r>
              <a:rPr kumimoji="0" lang="ko-KR" altLang="en-US" sz="1800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A43790-B985-F093-DA7B-D5423FF49C28}"/>
              </a:ext>
            </a:extLst>
          </p:cNvPr>
          <p:cNvGrpSpPr/>
          <p:nvPr/>
        </p:nvGrpSpPr>
        <p:grpSpPr>
          <a:xfrm>
            <a:off x="5130119" y="3850551"/>
            <a:ext cx="1959819" cy="850595"/>
            <a:chOff x="12163299" y="1449974"/>
            <a:chExt cx="2939728" cy="127589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B216087-83AF-0362-B5A6-D4F55C267C0F}"/>
                </a:ext>
              </a:extLst>
            </p:cNvPr>
            <p:cNvSpPr/>
            <p:nvPr/>
          </p:nvSpPr>
          <p:spPr>
            <a:xfrm>
              <a:off x="12163299" y="1449974"/>
              <a:ext cx="2939728" cy="1220596"/>
            </a:xfrm>
            <a:prstGeom prst="rect">
              <a:avLst/>
            </a:prstGeom>
            <a:solidFill>
              <a:srgbClr val="1E3E63"/>
            </a:solidFill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774DD7-E0C7-40B1-3F73-4A78C9BFE54D}"/>
                </a:ext>
              </a:extLst>
            </p:cNvPr>
            <p:cNvSpPr txBox="1"/>
            <p:nvPr/>
          </p:nvSpPr>
          <p:spPr>
            <a:xfrm>
              <a:off x="12431874" y="1479371"/>
              <a:ext cx="2402583" cy="12464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srgbClr val="E4C7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1</a:t>
              </a: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 + </a:t>
              </a: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srgbClr val="77D35C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2 </a:t>
              </a: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+ </a:t>
              </a: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srgbClr val="FBD281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3</a:t>
              </a: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 + </a:t>
              </a: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srgbClr val="FFFF49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4 </a:t>
              </a: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 </a:t>
              </a:r>
            </a:p>
            <a:p>
              <a:pPr marL="0" marR="0" lvl="0" indent="0" algn="ctr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rPr>
                <a:t>= </a:t>
              </a:r>
              <a:r>
                <a:rPr kumimoji="0" lang="ko-KR" altLang="en-US" sz="24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rPr>
                <a:t>총 </a:t>
              </a:r>
              <a:r>
                <a:rPr kumimoji="0" lang="en-US" altLang="ko-KR" sz="24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rPr>
                <a:t>10</a:t>
              </a:r>
              <a:r>
                <a:rPr kumimoji="0" lang="ko-KR" altLang="en-US" sz="2400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rPr>
                <a:t>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408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46AE1-0F0F-8A17-A553-51C01BD7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>
            <a:extLst>
              <a:ext uri="{FF2B5EF4-FFF2-40B4-BE49-F238E27FC236}">
                <a16:creationId xmlns:a16="http://schemas.microsoft.com/office/drawing/2014/main" id="{F7DF6127-1CEB-1C82-FA84-6AC0BF0B08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-101600" y="-76200"/>
            <a:ext cx="12395200" cy="7010400"/>
          </a:xfrm>
          <a:prstGeom prst="rect">
            <a:avLst/>
          </a:prstGeom>
          <a:gradFill>
            <a:gsLst>
              <a:gs pos="0">
                <a:srgbClr val="0A0201">
                  <a:alpha val="0"/>
                </a:srgbClr>
              </a:gs>
              <a:gs pos="100000">
                <a:srgbClr val="0A3054">
                  <a:alpha val="0"/>
                </a:srgbClr>
              </a:gs>
            </a:gsLst>
            <a:lin ang="5400000" scaled="1"/>
          </a:gradFill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C080A04A-F348-973F-5729-FA1FADFF7616}"/>
              </a:ext>
            </a:extLst>
          </p:cNvPr>
          <p:cNvSpPr txBox="1"/>
          <p:nvPr/>
        </p:nvSpPr>
        <p:spPr>
          <a:xfrm>
            <a:off x="4823741" y="1596515"/>
            <a:ext cx="254452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패배</a:t>
            </a:r>
            <a:r>
              <a:rPr kumimoji="0" lang="ko-KR" altLang="en-US" sz="1600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한 경우</a:t>
            </a:r>
            <a:r>
              <a:rPr kumimoji="0" lang="en-US" altLang="ko-KR" sz="1600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 </a:t>
            </a:r>
            <a:r>
              <a:rPr kumimoji="0" lang="ko-KR" altLang="en-US" sz="1800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뽑기 </a:t>
            </a:r>
            <a:r>
              <a:rPr kumimoji="0" lang="en-US" altLang="ko-KR" sz="1800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2</a:t>
            </a:r>
            <a:r>
              <a:rPr kumimoji="0" lang="ko-KR" altLang="en-US" sz="1800" b="0" i="0" u="none" strike="noStrike" kern="0" cap="none" spc="-200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회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408D192-AC18-8DDF-F187-09356B764CE9}"/>
              </a:ext>
            </a:extLst>
          </p:cNvPr>
          <p:cNvGrpSpPr/>
          <p:nvPr/>
        </p:nvGrpSpPr>
        <p:grpSpPr>
          <a:xfrm>
            <a:off x="1666856" y="1295402"/>
            <a:ext cx="8858290" cy="5425763"/>
            <a:chOff x="2500283" y="1943100"/>
            <a:chExt cx="13287435" cy="8138645"/>
          </a:xfrm>
          <a:scene3d>
            <a:camera prst="perspectiveRelaxedModerately"/>
            <a:lightRig rig="threePt" dir="t"/>
          </a:scene3d>
        </p:grpSpPr>
        <p:pic>
          <p:nvPicPr>
            <p:cNvPr id="202" name="그림 201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3DABB1D0-2CCD-73B8-ED8F-F9177849B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283" y="8119275"/>
              <a:ext cx="1096972" cy="1962470"/>
            </a:xfrm>
            <a:prstGeom prst="rect">
              <a:avLst/>
            </a:prstGeom>
          </p:spPr>
        </p:pic>
        <p:pic>
          <p:nvPicPr>
            <p:cNvPr id="203" name="그림 202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2F6272FC-A9BA-B003-9D18-6A077787E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9329" y="8119275"/>
              <a:ext cx="1096972" cy="1962470"/>
            </a:xfrm>
            <a:prstGeom prst="rect">
              <a:avLst/>
            </a:prstGeom>
          </p:spPr>
        </p:pic>
        <p:pic>
          <p:nvPicPr>
            <p:cNvPr id="204" name="그림 203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8EBCEA86-B12C-DF66-2127-A04BE5022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8377" y="8119275"/>
              <a:ext cx="1096972" cy="1962470"/>
            </a:xfrm>
            <a:prstGeom prst="rect">
              <a:avLst/>
            </a:prstGeom>
          </p:spPr>
        </p:pic>
        <p:pic>
          <p:nvPicPr>
            <p:cNvPr id="205" name="그림 204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2371527B-E5AF-7202-547C-1AC968B79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7422" y="8119275"/>
              <a:ext cx="1096971" cy="1962470"/>
            </a:xfrm>
            <a:prstGeom prst="rect">
              <a:avLst/>
            </a:prstGeom>
          </p:spPr>
        </p:pic>
        <p:pic>
          <p:nvPicPr>
            <p:cNvPr id="206" name="그림 205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3DA6B0C0-74B7-C404-3F1F-9CF32CCB0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6469" y="8119275"/>
              <a:ext cx="1096971" cy="1962470"/>
            </a:xfrm>
            <a:prstGeom prst="rect">
              <a:avLst/>
            </a:prstGeom>
          </p:spPr>
        </p:pic>
        <p:pic>
          <p:nvPicPr>
            <p:cNvPr id="207" name="그림 206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08242443-1335-97EE-227E-BF921FDA1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5515" y="8119275"/>
              <a:ext cx="1096971" cy="1962470"/>
            </a:xfrm>
            <a:prstGeom prst="rect">
              <a:avLst/>
            </a:prstGeom>
          </p:spPr>
        </p:pic>
        <p:pic>
          <p:nvPicPr>
            <p:cNvPr id="208" name="그림 207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970098D2-2322-463E-4D6D-DF68B9AF8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4561" y="8119275"/>
              <a:ext cx="1096971" cy="1962470"/>
            </a:xfrm>
            <a:prstGeom prst="rect">
              <a:avLst/>
            </a:prstGeom>
          </p:spPr>
        </p:pic>
        <p:pic>
          <p:nvPicPr>
            <p:cNvPr id="209" name="그림 208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6CF96593-4D99-C919-7A8D-280AD35E7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3606" y="8119275"/>
              <a:ext cx="1096971" cy="1962470"/>
            </a:xfrm>
            <a:prstGeom prst="rect">
              <a:avLst/>
            </a:prstGeom>
          </p:spPr>
        </p:pic>
        <p:pic>
          <p:nvPicPr>
            <p:cNvPr id="210" name="그림 209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562CEC89-F86F-81AA-447F-14AE4FC9F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52651" y="8119275"/>
              <a:ext cx="1096971" cy="1962470"/>
            </a:xfrm>
            <a:prstGeom prst="rect">
              <a:avLst/>
            </a:prstGeom>
          </p:spPr>
        </p:pic>
        <p:pic>
          <p:nvPicPr>
            <p:cNvPr id="211" name="그림 210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0CB93F5B-8D94-932E-E1BD-1077C80B2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1696" y="8119275"/>
              <a:ext cx="1096971" cy="1962470"/>
            </a:xfrm>
            <a:prstGeom prst="rect">
              <a:avLst/>
            </a:prstGeom>
          </p:spPr>
        </p:pic>
        <p:pic>
          <p:nvPicPr>
            <p:cNvPr id="212" name="그림 211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625B31DE-B875-B961-24C2-9DD77C055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0747" y="8119275"/>
              <a:ext cx="1096971" cy="1962470"/>
            </a:xfrm>
            <a:prstGeom prst="rect">
              <a:avLst/>
            </a:prstGeom>
          </p:spPr>
        </p:pic>
        <p:pic>
          <p:nvPicPr>
            <p:cNvPr id="191" name="그림 190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1BFD1981-A303-D363-E513-9ED204662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283" y="6060550"/>
              <a:ext cx="1096972" cy="1962470"/>
            </a:xfrm>
            <a:prstGeom prst="rect">
              <a:avLst/>
            </a:prstGeom>
          </p:spPr>
        </p:pic>
        <p:pic>
          <p:nvPicPr>
            <p:cNvPr id="192" name="그림 191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77498F50-032E-727B-6EAF-F1CF78427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9329" y="6060550"/>
              <a:ext cx="1096972" cy="1962470"/>
            </a:xfrm>
            <a:prstGeom prst="rect">
              <a:avLst/>
            </a:prstGeom>
          </p:spPr>
        </p:pic>
        <p:pic>
          <p:nvPicPr>
            <p:cNvPr id="194" name="그림 193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497A969E-EF2F-418D-3E74-2CCBAE237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7422" y="6060550"/>
              <a:ext cx="1096971" cy="1962470"/>
            </a:xfrm>
            <a:prstGeom prst="rect">
              <a:avLst/>
            </a:prstGeom>
          </p:spPr>
        </p:pic>
        <p:pic>
          <p:nvPicPr>
            <p:cNvPr id="195" name="그림 194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D6CDD025-D47F-0E68-B4E5-9C7A337EE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6469" y="6060550"/>
              <a:ext cx="1096971" cy="1962470"/>
            </a:xfrm>
            <a:prstGeom prst="rect">
              <a:avLst/>
            </a:prstGeom>
          </p:spPr>
        </p:pic>
        <p:pic>
          <p:nvPicPr>
            <p:cNvPr id="196" name="그림 195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22041794-9047-B23F-9CC5-8C3BD084D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5515" y="6060550"/>
              <a:ext cx="1096971" cy="1962470"/>
            </a:xfrm>
            <a:prstGeom prst="rect">
              <a:avLst/>
            </a:prstGeom>
          </p:spPr>
        </p:pic>
        <p:pic>
          <p:nvPicPr>
            <p:cNvPr id="197" name="그림 196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6BECDC53-AC9D-4FE5-C761-99F8DE267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4561" y="6060550"/>
              <a:ext cx="1096971" cy="1962470"/>
            </a:xfrm>
            <a:prstGeom prst="rect">
              <a:avLst/>
            </a:prstGeom>
          </p:spPr>
        </p:pic>
        <p:pic>
          <p:nvPicPr>
            <p:cNvPr id="198" name="그림 197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EE26A3DA-D059-BB29-F060-FA911017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3606" y="6060550"/>
              <a:ext cx="1096971" cy="1962470"/>
            </a:xfrm>
            <a:prstGeom prst="rect">
              <a:avLst/>
            </a:prstGeom>
          </p:spPr>
        </p:pic>
        <p:pic>
          <p:nvPicPr>
            <p:cNvPr id="200" name="그림 199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5A648459-B3EA-FE9B-A95E-9817E6239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1696" y="6060550"/>
              <a:ext cx="1096971" cy="1962470"/>
            </a:xfrm>
            <a:prstGeom prst="rect">
              <a:avLst/>
            </a:prstGeom>
          </p:spPr>
        </p:pic>
        <p:pic>
          <p:nvPicPr>
            <p:cNvPr id="201" name="그림 200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E1E16D4E-B709-46C2-6ADB-A6173451F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0747" y="6060550"/>
              <a:ext cx="1096971" cy="1962470"/>
            </a:xfrm>
            <a:prstGeom prst="rect">
              <a:avLst/>
            </a:prstGeom>
          </p:spPr>
        </p:pic>
        <p:pic>
          <p:nvPicPr>
            <p:cNvPr id="180" name="그림 179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4DDD5041-EAD3-38A0-894F-1E7821978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283" y="4001825"/>
              <a:ext cx="1096972" cy="1962470"/>
            </a:xfrm>
            <a:prstGeom prst="rect">
              <a:avLst/>
            </a:prstGeom>
          </p:spPr>
        </p:pic>
        <p:pic>
          <p:nvPicPr>
            <p:cNvPr id="181" name="그림 180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D595317F-C1CF-7438-804F-A9BCF3AF4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9329" y="4001825"/>
              <a:ext cx="1096972" cy="1962470"/>
            </a:xfrm>
            <a:prstGeom prst="rect">
              <a:avLst/>
            </a:prstGeom>
          </p:spPr>
        </p:pic>
        <p:pic>
          <p:nvPicPr>
            <p:cNvPr id="183" name="그림 182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03B63030-C3A3-5F7A-10B7-8867B1D9F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7422" y="4001825"/>
              <a:ext cx="1096971" cy="1962470"/>
            </a:xfrm>
            <a:prstGeom prst="rect">
              <a:avLst/>
            </a:prstGeom>
          </p:spPr>
        </p:pic>
        <p:pic>
          <p:nvPicPr>
            <p:cNvPr id="184" name="그림 183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30237EE0-520F-2D28-69F3-5C6397EF5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6469" y="4001825"/>
              <a:ext cx="1096971" cy="1962470"/>
            </a:xfrm>
            <a:prstGeom prst="rect">
              <a:avLst/>
            </a:prstGeom>
          </p:spPr>
        </p:pic>
        <p:pic>
          <p:nvPicPr>
            <p:cNvPr id="185" name="그림 184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7C80CFAB-A76F-3525-25E7-5512CC25F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5515" y="4001825"/>
              <a:ext cx="1096971" cy="1962470"/>
            </a:xfrm>
            <a:prstGeom prst="rect">
              <a:avLst/>
            </a:prstGeom>
          </p:spPr>
        </p:pic>
        <p:pic>
          <p:nvPicPr>
            <p:cNvPr id="186" name="그림 185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AE1A0BAA-D1DF-5E65-CC7E-EB45E7A7F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4561" y="4001825"/>
              <a:ext cx="1096971" cy="1962470"/>
            </a:xfrm>
            <a:prstGeom prst="rect">
              <a:avLst/>
            </a:prstGeom>
          </p:spPr>
        </p:pic>
        <p:pic>
          <p:nvPicPr>
            <p:cNvPr id="187" name="그림 186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FF74808D-79B6-E084-1BB6-D284BA81A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3606" y="4001825"/>
              <a:ext cx="1096971" cy="1962470"/>
            </a:xfrm>
            <a:prstGeom prst="rect">
              <a:avLst/>
            </a:prstGeom>
          </p:spPr>
        </p:pic>
        <p:pic>
          <p:nvPicPr>
            <p:cNvPr id="189" name="그림 188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4C29A69C-DC10-1B73-83F8-E52A4C104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1696" y="4001825"/>
              <a:ext cx="1096971" cy="1962470"/>
            </a:xfrm>
            <a:prstGeom prst="rect">
              <a:avLst/>
            </a:prstGeom>
          </p:spPr>
        </p:pic>
        <p:pic>
          <p:nvPicPr>
            <p:cNvPr id="190" name="그림 189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F2C5161A-D9F3-35E5-8781-887DA0570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0747" y="4001825"/>
              <a:ext cx="1096971" cy="1962470"/>
            </a:xfrm>
            <a:prstGeom prst="rect">
              <a:avLst/>
            </a:prstGeom>
          </p:spPr>
        </p:pic>
        <p:pic>
          <p:nvPicPr>
            <p:cNvPr id="169" name="그림 168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0032217A-B0B4-C61D-F62A-5E200B8B0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283" y="1943100"/>
              <a:ext cx="1096972" cy="1962470"/>
            </a:xfrm>
            <a:prstGeom prst="rect">
              <a:avLst/>
            </a:prstGeom>
          </p:spPr>
        </p:pic>
        <p:pic>
          <p:nvPicPr>
            <p:cNvPr id="170" name="그림 169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854B6CC6-2BE0-884C-C133-5CCB41E1D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9329" y="1943100"/>
              <a:ext cx="1096972" cy="1962470"/>
            </a:xfrm>
            <a:prstGeom prst="rect">
              <a:avLst/>
            </a:prstGeom>
          </p:spPr>
        </p:pic>
        <p:pic>
          <p:nvPicPr>
            <p:cNvPr id="171" name="그림 170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9DD96A68-0C84-0792-03B0-C9D48611B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8377" y="1943100"/>
              <a:ext cx="1096972" cy="1962470"/>
            </a:xfrm>
            <a:prstGeom prst="rect">
              <a:avLst/>
            </a:prstGeom>
          </p:spPr>
        </p:pic>
        <p:pic>
          <p:nvPicPr>
            <p:cNvPr id="172" name="그림 171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E48F0590-8B5C-3BB7-7A18-FFBAB5951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7422" y="1943100"/>
              <a:ext cx="1096971" cy="1962470"/>
            </a:xfrm>
            <a:prstGeom prst="rect">
              <a:avLst/>
            </a:prstGeom>
          </p:spPr>
        </p:pic>
        <p:pic>
          <p:nvPicPr>
            <p:cNvPr id="173" name="그림 172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1179CA19-476E-5433-F961-15BCB2C54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6469" y="1943100"/>
              <a:ext cx="1096971" cy="1962470"/>
            </a:xfrm>
            <a:prstGeom prst="rect">
              <a:avLst/>
            </a:prstGeom>
          </p:spPr>
        </p:pic>
        <p:pic>
          <p:nvPicPr>
            <p:cNvPr id="174" name="그림 173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46E7039A-6253-1CD7-9A5C-65660F059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5515" y="1943100"/>
              <a:ext cx="1096971" cy="1962470"/>
            </a:xfrm>
            <a:prstGeom prst="rect">
              <a:avLst/>
            </a:prstGeom>
          </p:spPr>
        </p:pic>
        <p:pic>
          <p:nvPicPr>
            <p:cNvPr id="175" name="그림 174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C0F4849F-1B09-600F-F9D0-35924C805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4561" y="1943100"/>
              <a:ext cx="1096971" cy="1962470"/>
            </a:xfrm>
            <a:prstGeom prst="rect">
              <a:avLst/>
            </a:prstGeom>
          </p:spPr>
        </p:pic>
        <p:pic>
          <p:nvPicPr>
            <p:cNvPr id="176" name="그림 175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5B91F4ED-B001-05C6-65EE-18691D1D7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3606" y="1943100"/>
              <a:ext cx="1096971" cy="1962470"/>
            </a:xfrm>
            <a:prstGeom prst="rect">
              <a:avLst/>
            </a:prstGeom>
          </p:spPr>
        </p:pic>
        <p:pic>
          <p:nvPicPr>
            <p:cNvPr id="177" name="그림 176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8BFCA6B3-3C3B-32AF-0D16-82B132950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52651" y="1943100"/>
              <a:ext cx="1096971" cy="1962470"/>
            </a:xfrm>
            <a:prstGeom prst="rect">
              <a:avLst/>
            </a:prstGeom>
          </p:spPr>
        </p:pic>
        <p:pic>
          <p:nvPicPr>
            <p:cNvPr id="178" name="그림 177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8B499BF1-20FC-FE29-FADE-606817242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1696" y="1943100"/>
              <a:ext cx="1096971" cy="1962470"/>
            </a:xfrm>
            <a:prstGeom prst="rect">
              <a:avLst/>
            </a:prstGeom>
          </p:spPr>
        </p:pic>
        <p:pic>
          <p:nvPicPr>
            <p:cNvPr id="179" name="그림 178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31E068EE-4701-FAD3-976C-D7F076626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0747" y="1943100"/>
              <a:ext cx="1096971" cy="1962470"/>
            </a:xfrm>
            <a:prstGeom prst="rect">
              <a:avLst/>
            </a:prstGeom>
          </p:spPr>
        </p:pic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E2EDEAF5-2CF8-26C5-C931-94BBD6FA8108}"/>
                </a:ext>
              </a:extLst>
            </p:cNvPr>
            <p:cNvSpPr/>
            <p:nvPr/>
          </p:nvSpPr>
          <p:spPr>
            <a:xfrm>
              <a:off x="5953404" y="5207064"/>
              <a:ext cx="1214308" cy="763653"/>
            </a:xfrm>
            <a:prstGeom prst="rect">
              <a:avLst/>
            </a:prstGeom>
            <a:solidFill>
              <a:srgbClr val="5CC5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2AB9DA-409B-3750-D2FA-74B3AEFBD0B7}"/>
                </a:ext>
              </a:extLst>
            </p:cNvPr>
            <p:cNvSpPr txBox="1"/>
            <p:nvPr/>
          </p:nvSpPr>
          <p:spPr>
            <a:xfrm>
              <a:off x="5562601" y="5288459"/>
              <a:ext cx="2079552" cy="815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933" b="0" i="0" u="none" strike="noStrike" kern="0" cap="none" spc="-300" normalizeH="0" baseline="0" noProof="0" dirty="0">
                  <a:ln>
                    <a:noFill/>
                  </a:ln>
                  <a:solidFill>
                    <a:srgbClr val="5A6FC3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rPr>
                <a:t>5</a:t>
              </a:r>
              <a:r>
                <a:rPr kumimoji="0" lang="ko-KR" altLang="en-US" sz="2933" b="0" i="0" u="none" strike="noStrike" kern="0" cap="none" spc="-300" normalizeH="0" baseline="0" noProof="0" dirty="0">
                  <a:ln>
                    <a:noFill/>
                  </a:ln>
                  <a:solidFill>
                    <a:srgbClr val="5A6FC3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rPr>
                <a:t>점</a:t>
              </a:r>
              <a:endParaRPr kumimoji="0" lang="en-US" altLang="ko-KR" sz="2933" b="0" i="0" u="none" strike="noStrike" kern="0" cap="none" spc="-300" normalizeH="0" baseline="0" noProof="0" dirty="0">
                <a:ln>
                  <a:noFill/>
                </a:ln>
                <a:solidFill>
                  <a:srgbClr val="5A6FC3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endParaRPr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00B29A39-A59C-88F4-B9B2-D412CB17F5F2}"/>
                </a:ext>
              </a:extLst>
            </p:cNvPr>
            <p:cNvSpPr/>
            <p:nvPr/>
          </p:nvSpPr>
          <p:spPr>
            <a:xfrm>
              <a:off x="10998494" y="5204414"/>
              <a:ext cx="1214308" cy="763653"/>
            </a:xfrm>
            <a:prstGeom prst="rect">
              <a:avLst/>
            </a:prstGeom>
            <a:solidFill>
              <a:srgbClr val="C523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2DDB1DC-0C5B-B382-6D38-DA8A0706D626}"/>
                </a:ext>
              </a:extLst>
            </p:cNvPr>
            <p:cNvSpPr txBox="1"/>
            <p:nvPr/>
          </p:nvSpPr>
          <p:spPr>
            <a:xfrm>
              <a:off x="10531954" y="5226903"/>
              <a:ext cx="2079552" cy="815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933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rPr>
                <a:t>6</a:t>
              </a:r>
              <a:r>
                <a:rPr kumimoji="0" lang="ko-KR" altLang="en-US" sz="2933" b="0" i="0" u="none" strike="noStrike" kern="0" cap="none" spc="-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Bold" panose="02000000000000000000" pitchFamily="50" charset="-127"/>
                  <a:ea typeface="G마켓 산스 Bold" panose="02000000000000000000" pitchFamily="50" charset="-127"/>
                  <a:cs typeface="Pretendard Thin" pitchFamily="34" charset="0"/>
                </a:rPr>
                <a:t>점</a:t>
              </a:r>
              <a:endParaRPr kumimoji="0" lang="en-US" altLang="ko-KR" sz="2933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endParaRPr>
            </a:p>
          </p:txBody>
        </p:sp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B11E88E0-D3FB-B761-7912-ED3AC162F4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66103" r="18380" b="48126"/>
            <a:stretch/>
          </p:blipFill>
          <p:spPr>
            <a:xfrm>
              <a:off x="4858350" y="3788173"/>
              <a:ext cx="1260857" cy="2389773"/>
            </a:xfrm>
            <a:prstGeom prst="rect">
              <a:avLst/>
            </a:prstGeom>
          </p:spPr>
        </p:pic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69C0027C-594D-5927-5D59-3738B59150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81503" r="1940" b="48126"/>
            <a:stretch/>
          </p:blipFill>
          <p:spPr>
            <a:xfrm>
              <a:off x="12083404" y="3754563"/>
              <a:ext cx="1383130" cy="2456992"/>
            </a:xfrm>
            <a:prstGeom prst="rect">
              <a:avLst/>
            </a:prstGeom>
          </p:spPr>
        </p:pic>
        <p:pic>
          <p:nvPicPr>
            <p:cNvPr id="3" name="그림 2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03FBC0B3-0C32-806C-33B4-942B3BDCD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38796" y="6060550"/>
              <a:ext cx="1096971" cy="1962470"/>
            </a:xfrm>
            <a:prstGeom prst="rect">
              <a:avLst/>
            </a:prstGeom>
          </p:spPr>
        </p:pic>
        <p:pic>
          <p:nvPicPr>
            <p:cNvPr id="4" name="그림 3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38601302-09D4-8A72-324D-763F1551D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4285" y="6060550"/>
              <a:ext cx="1096971" cy="1962470"/>
            </a:xfrm>
            <a:prstGeom prst="rect">
              <a:avLst/>
            </a:prstGeom>
          </p:spPr>
        </p:pic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FEF5E6-3790-1AA5-C1B0-9A9F9CD5CE14}"/>
              </a:ext>
            </a:extLst>
          </p:cNvPr>
          <p:cNvSpPr/>
          <p:nvPr/>
        </p:nvSpPr>
        <p:spPr>
          <a:xfrm>
            <a:off x="5130118" y="3850551"/>
            <a:ext cx="1959819" cy="813731"/>
          </a:xfrm>
          <a:prstGeom prst="rect">
            <a:avLst/>
          </a:prstGeom>
          <a:solidFill>
            <a:srgbClr val="1E3E63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89C59B-54B5-768E-6007-DB744C9CD39E}"/>
              </a:ext>
            </a:extLst>
          </p:cNvPr>
          <p:cNvSpPr txBox="1"/>
          <p:nvPr/>
        </p:nvSpPr>
        <p:spPr>
          <a:xfrm>
            <a:off x="5453438" y="3870148"/>
            <a:ext cx="1313180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srgbClr val="B2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5</a:t>
            </a: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 + </a:t>
            </a: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srgbClr val="EB4349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6</a:t>
            </a: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srgbClr val="FFFF49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 </a:t>
            </a: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 </a:t>
            </a:r>
          </a:p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= </a:t>
            </a:r>
            <a:r>
              <a:rPr kumimoji="0" lang="ko-KR" altLang="en-US" sz="24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총 </a:t>
            </a:r>
            <a:r>
              <a:rPr kumimoji="0" lang="en-US" altLang="ko-KR" sz="24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1</a:t>
            </a:r>
            <a:r>
              <a:rPr kumimoji="0" lang="ko-KR" altLang="en-US" sz="24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Pretendard Thin" pitchFamily="34" charset="0"/>
              </a:rPr>
              <a:t>１점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9FB367-52B7-4C40-BBA1-13F01B2C88FE}"/>
              </a:ext>
            </a:extLst>
          </p:cNvPr>
          <p:cNvSpPr txBox="1"/>
          <p:nvPr/>
        </p:nvSpPr>
        <p:spPr>
          <a:xfrm>
            <a:off x="3200400" y="541480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아이템 카드</a:t>
            </a:r>
            <a:endParaRPr kumimoji="0" lang="en-US" altLang="ko-KR" sz="2800" b="0" i="0" u="none" strike="noStrike" kern="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33" normalizeH="0" baseline="0" noProof="0" dirty="0" err="1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랜덤뽑기</a:t>
            </a: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예시</a:t>
            </a:r>
            <a:endParaRPr kumimoji="0" lang="en-US" altLang="ko-KR" sz="3600" b="0" i="0" u="none" strike="noStrike" kern="1200" cap="none" spc="-133" normalizeH="0" baseline="0" noProof="0" dirty="0">
              <a:ln>
                <a:noFill/>
              </a:ln>
              <a:solidFill>
                <a:srgbClr val="FFCD4A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35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E6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0BCDB-D7AA-31BD-C3A9-B26F1ABF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E9DFC3E9-4419-3C69-11ED-8390ADBA86A3}"/>
              </a:ext>
            </a:extLst>
          </p:cNvPr>
          <p:cNvSpPr txBox="1"/>
          <p:nvPr/>
        </p:nvSpPr>
        <p:spPr>
          <a:xfrm>
            <a:off x="3200401" y="990601"/>
            <a:ext cx="5791200" cy="974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승패 결과에 따른 점수</a:t>
            </a:r>
            <a:endParaRPr kumimoji="0" lang="en-US" altLang="ko-KR" sz="2133" b="0" i="0" u="none" strike="noStrike" kern="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조별 </a:t>
            </a:r>
            <a:r>
              <a:rPr kumimoji="0" lang="ko-KR" altLang="en-US" sz="3600" b="0" i="0" u="none" strike="noStrike" kern="1200" cap="none" spc="-133" normalizeH="0" baseline="0" noProof="0" dirty="0" err="1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랜덤뽑기</a:t>
            </a:r>
            <a:r>
              <a:rPr kumimoji="0" lang="ko-KR" altLang="en-US" sz="3600" b="0" i="0" u="none" strike="noStrike" kern="1200" cap="none" spc="-133" normalizeH="0" baseline="0" noProof="0" dirty="0">
                <a:ln>
                  <a:noFill/>
                </a:ln>
                <a:solidFill>
                  <a:srgbClr val="FFCD4A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예시</a:t>
            </a:r>
            <a:endParaRPr kumimoji="0" lang="en-US" altLang="ko-KR" sz="3600" b="0" i="0" u="none" strike="noStrike" kern="1200" cap="none" spc="-133" normalizeH="0" baseline="0" noProof="0" dirty="0">
              <a:ln>
                <a:noFill/>
              </a:ln>
              <a:solidFill>
                <a:srgbClr val="FFCD4A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5C4AD5B6-5961-9554-5003-185442925827}"/>
              </a:ext>
            </a:extLst>
          </p:cNvPr>
          <p:cNvGrpSpPr/>
          <p:nvPr/>
        </p:nvGrpSpPr>
        <p:grpSpPr>
          <a:xfrm>
            <a:off x="1666856" y="1440705"/>
            <a:ext cx="8858290" cy="5425763"/>
            <a:chOff x="3104257" y="2500596"/>
            <a:chExt cx="12079486" cy="7398768"/>
          </a:xfrm>
          <a:scene3d>
            <a:camera prst="perspectiveRelaxed"/>
            <a:lightRig rig="threePt" dir="t"/>
          </a:scene3d>
        </p:grpSpPr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0054F2BE-2017-D6C6-BE44-353A3E0837BF}"/>
                </a:ext>
              </a:extLst>
            </p:cNvPr>
            <p:cNvGrpSpPr/>
            <p:nvPr/>
          </p:nvGrpSpPr>
          <p:grpSpPr>
            <a:xfrm>
              <a:off x="3104257" y="8115300"/>
              <a:ext cx="12079486" cy="1784064"/>
              <a:chOff x="3193754" y="8115300"/>
              <a:chExt cx="12079486" cy="1784064"/>
            </a:xfrm>
          </p:grpSpPr>
          <p:pic>
            <p:nvPicPr>
              <p:cNvPr id="3" name="그림 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42F6D9C-5F1B-09F3-D56A-3510A82889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375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4" name="그림 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9695D222-8613-2AB3-4FD1-67D9927318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197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" name="그림 2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E4E80A94-5138-6F7B-987D-5D4FB8641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5" name="그림 2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99BD9423-0773-3245-A33D-06990FDF7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842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6" name="그림 2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B1FCAA5-488D-B25F-D433-669A3FC85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665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7" name="그림 2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E8C882A-FB35-CAF6-B9BD-6AA157A60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487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8" name="그림 2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44FA55DB-9C7B-B11D-4E7A-0C5E9EDF66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309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9" name="그림 2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63B95B5-C253-21B6-6E95-6F148F227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132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30" name="그림 2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808ADF1F-46D4-BB41-BF3D-BDB92646F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954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31" name="그림 3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5C66E04F-4B84-DF7C-D834-FF2A3503A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777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32" name="그림 3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CB58C5B-A29A-C5C8-9B43-448BD2565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75994" y="8115300"/>
                <a:ext cx="997246" cy="1784064"/>
              </a:xfrm>
              <a:prstGeom prst="rect">
                <a:avLst/>
              </a:prstGeom>
            </p:spPr>
          </p:pic>
        </p:grp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0A81A898-7211-B26F-7530-5519F4137C56}"/>
                </a:ext>
              </a:extLst>
            </p:cNvPr>
            <p:cNvGrpSpPr/>
            <p:nvPr/>
          </p:nvGrpSpPr>
          <p:grpSpPr>
            <a:xfrm>
              <a:off x="3104257" y="6243732"/>
              <a:ext cx="12079486" cy="1784064"/>
              <a:chOff x="3193754" y="8115300"/>
              <a:chExt cx="12079486" cy="1784064"/>
            </a:xfrm>
          </p:grpSpPr>
          <p:pic>
            <p:nvPicPr>
              <p:cNvPr id="200" name="그림 19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52B73992-F836-B94E-A33D-758AC3004A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375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1" name="그림 20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89F7ECE-D8D0-B096-6089-8E332D7D8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197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2" name="그림 20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F35DF758-4122-75A2-ADE6-A0E4C6A44E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3" name="그림 20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EB6AEC67-2E85-DF07-F1D6-6BC6644100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842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4" name="그림 20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79394049-BA54-CDA6-768D-9695819C2B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665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5" name="그림 20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A785331B-7BDA-E63E-5CDF-A7DE28F449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487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6" name="그림 20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4D77709-9E04-2B3D-A2FB-542F2EC7EE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309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7" name="그림 20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2CF7A0E-1E10-2762-0D14-64952284B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132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8" name="그림 20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EB4AA2A2-252A-6763-F3F4-208E73CC9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954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09" name="그림 20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C3ED602-9A4D-3561-E534-0F81F0523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777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10" name="그림 20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E7A0088-0FCA-59AE-535E-7DBC89B1E4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75994" y="8115300"/>
                <a:ext cx="997246" cy="1784064"/>
              </a:xfrm>
              <a:prstGeom prst="rect">
                <a:avLst/>
              </a:prstGeom>
            </p:spPr>
          </p:pic>
        </p:grp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3A15E873-0164-C7DC-2411-325CA280ADCF}"/>
                </a:ext>
              </a:extLst>
            </p:cNvPr>
            <p:cNvGrpSpPr/>
            <p:nvPr/>
          </p:nvGrpSpPr>
          <p:grpSpPr>
            <a:xfrm>
              <a:off x="3104257" y="4372164"/>
              <a:ext cx="12079486" cy="1784064"/>
              <a:chOff x="3193754" y="8115300"/>
              <a:chExt cx="12079486" cy="1784064"/>
            </a:xfrm>
          </p:grpSpPr>
          <p:pic>
            <p:nvPicPr>
              <p:cNvPr id="224" name="그림 22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CBE855A-D7C0-C138-D0F6-DBE27B0A06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375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5" name="그림 22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81CA315D-129B-2C2E-A5D3-42757E0DD0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197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6" name="그림 22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9B3E062-C742-6BB4-8041-2F1C22BCB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7" name="그림 22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748A3D3C-112A-8973-5520-FB22E2A8C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842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8" name="그림 22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79D8F623-771C-DBD1-E835-77376C840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665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29" name="그림 22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56A52BC-6FDF-B917-E180-2713A5B72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487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0" name="그림 22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84C862C-F01A-684D-3734-D0EF5D427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309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1" name="그림 23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B96E9105-9FEF-7F2D-2284-C418B1ACA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132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2" name="그림 23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9DB20ABB-D08E-4F1D-495D-3A626C66A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954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3" name="그림 23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A1DBA917-7ADE-7865-8ABD-73B8D194D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777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4" name="그림 23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B74A77DF-6FDC-2531-0A6F-E3B5384998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75994" y="8115300"/>
                <a:ext cx="997246" cy="1784064"/>
              </a:xfrm>
              <a:prstGeom prst="rect">
                <a:avLst/>
              </a:prstGeom>
            </p:spPr>
          </p:pic>
        </p:grpSp>
        <p:grpSp>
          <p:nvGrpSpPr>
            <p:cNvPr id="235" name="그룹 234">
              <a:extLst>
                <a:ext uri="{FF2B5EF4-FFF2-40B4-BE49-F238E27FC236}">
                  <a16:creationId xmlns:a16="http://schemas.microsoft.com/office/drawing/2014/main" id="{F79B6DF3-F9A8-F5EC-67CB-51690AF54097}"/>
                </a:ext>
              </a:extLst>
            </p:cNvPr>
            <p:cNvGrpSpPr/>
            <p:nvPr/>
          </p:nvGrpSpPr>
          <p:grpSpPr>
            <a:xfrm>
              <a:off x="3104257" y="2500596"/>
              <a:ext cx="12079486" cy="1784064"/>
              <a:chOff x="3193754" y="8115300"/>
              <a:chExt cx="12079486" cy="1784064"/>
            </a:xfrm>
          </p:grpSpPr>
          <p:pic>
            <p:nvPicPr>
              <p:cNvPr id="236" name="그림 23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130E0648-33F0-1ADD-7734-8CE63AF5FE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375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7" name="그림 236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D3F571FE-2F6C-BF55-3EA4-52E99C7FC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197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8" name="그림 237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B59BEF42-477A-7906-A3F1-BFBCF80F7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39" name="그림 238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8A98FF91-8F6E-654D-531E-6618F34F5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842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0" name="그림 239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27E7FC53-DD88-EB4D-923F-F9BF370DE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665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1" name="그림 240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0120672E-AC1A-0C40-79C7-B6D074ECF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4874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2" name="그림 241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4EC16B6A-06C9-8A49-D7D6-C0EED92C9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3098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3" name="그림 242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F7BE7A88-0B95-7737-739E-C8EAB8B63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1322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4" name="그림 243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3230608A-15CD-DB04-FDA1-7C90F7B845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9546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5" name="그림 244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629257F0-0BC7-6F02-8C28-3E2C27114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7770" y="8115300"/>
                <a:ext cx="997246" cy="1784064"/>
              </a:xfrm>
              <a:prstGeom prst="rect">
                <a:avLst/>
              </a:prstGeom>
            </p:spPr>
          </p:pic>
          <p:pic>
            <p:nvPicPr>
              <p:cNvPr id="246" name="그림 245" descr="텍스트, 스크린샷, 폰트, 디자인이(가) 표시된 사진&#10;&#10;자동 생성된 설명">
                <a:extLst>
                  <a:ext uri="{FF2B5EF4-FFF2-40B4-BE49-F238E27FC236}">
                    <a16:creationId xmlns:a16="http://schemas.microsoft.com/office/drawing/2014/main" id="{C5436483-B7E4-E9C4-E0BD-9615102BEC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75994" y="8115300"/>
                <a:ext cx="997246" cy="1784064"/>
              </a:xfrm>
              <a:prstGeom prst="rect">
                <a:avLst/>
              </a:prstGeom>
            </p:spPr>
          </p:pic>
        </p:grp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F0EF4B-829B-C534-7C7F-107D9D5CC497}"/>
              </a:ext>
            </a:extLst>
          </p:cNvPr>
          <p:cNvSpPr/>
          <p:nvPr/>
        </p:nvSpPr>
        <p:spPr>
          <a:xfrm>
            <a:off x="228600" y="2616200"/>
            <a:ext cx="11734800" cy="3938372"/>
          </a:xfrm>
          <a:prstGeom prst="rect">
            <a:avLst/>
          </a:prstGeom>
          <a:solidFill>
            <a:srgbClr val="1E3E6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EF525430-6187-FEFE-27F1-64E9D8ECAF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l="49809" r="34330" b="48126"/>
          <a:stretch/>
        </p:blipFill>
        <p:spPr>
          <a:xfrm>
            <a:off x="8715756" y="2721386"/>
            <a:ext cx="603821" cy="111961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3A244C05-1D8F-FB3F-107E-B3EF5BFA2A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l="66103" r="18380" b="48126"/>
          <a:stretch/>
        </p:blipFill>
        <p:spPr>
          <a:xfrm>
            <a:off x="9441208" y="2700525"/>
            <a:ext cx="612724" cy="1161332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54570508-B535-363E-579F-59DEEFE18DD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l="81503" r="1940" b="48126"/>
          <a:stretch/>
        </p:blipFill>
        <p:spPr>
          <a:xfrm>
            <a:off x="10175565" y="2684193"/>
            <a:ext cx="672144" cy="1193997"/>
          </a:xfrm>
          <a:prstGeom prst="rect">
            <a:avLst/>
          </a:prstGeom>
        </p:spPr>
      </p:pic>
      <p:pic>
        <p:nvPicPr>
          <p:cNvPr id="131" name="그림 130">
            <a:extLst>
              <a:ext uri="{FF2B5EF4-FFF2-40B4-BE49-F238E27FC236}">
                <a16:creationId xmlns:a16="http://schemas.microsoft.com/office/drawing/2014/main" id="{51B25CBB-F019-F725-FD9F-8B576FFB94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l="49809" r="34330" b="48126"/>
          <a:stretch/>
        </p:blipFill>
        <p:spPr>
          <a:xfrm>
            <a:off x="8789816" y="2795446"/>
            <a:ext cx="603821" cy="1119611"/>
          </a:xfrm>
          <a:prstGeom prst="rect">
            <a:avLst/>
          </a:prstGeom>
        </p:spPr>
      </p:pic>
      <p:pic>
        <p:nvPicPr>
          <p:cNvPr id="132" name="그림 131">
            <a:extLst>
              <a:ext uri="{FF2B5EF4-FFF2-40B4-BE49-F238E27FC236}">
                <a16:creationId xmlns:a16="http://schemas.microsoft.com/office/drawing/2014/main" id="{C06D6A5E-426D-1653-B20C-C5D3D8E827F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l="66103" r="18380" b="48126"/>
          <a:stretch/>
        </p:blipFill>
        <p:spPr>
          <a:xfrm>
            <a:off x="9515268" y="2774585"/>
            <a:ext cx="612724" cy="1161332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B82AE172-1292-DA9D-5C54-C606F058ED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l="81503" r="1940" b="48126"/>
          <a:stretch/>
        </p:blipFill>
        <p:spPr>
          <a:xfrm>
            <a:off x="10249625" y="2758253"/>
            <a:ext cx="672144" cy="1193997"/>
          </a:xfrm>
          <a:prstGeom prst="rect">
            <a:avLst/>
          </a:prstGeom>
        </p:spPr>
      </p:pic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FC191528-9E40-54DE-D04A-B724060C6421}"/>
              </a:ext>
            </a:extLst>
          </p:cNvPr>
          <p:cNvGrpSpPr/>
          <p:nvPr/>
        </p:nvGrpSpPr>
        <p:grpSpPr>
          <a:xfrm>
            <a:off x="6533664" y="2721387"/>
            <a:ext cx="2134518" cy="1453203"/>
            <a:chOff x="9914998" y="3656734"/>
            <a:chExt cx="3760212" cy="2559993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8F4BF521-962C-2615-C0A0-7E3E083551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9914998" y="3656734"/>
              <a:ext cx="1184063" cy="1972327"/>
            </a:xfrm>
            <a:prstGeom prst="rect">
              <a:avLst/>
            </a:prstGeom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E11F7B45-5C4B-3E3F-FED9-00B7C428F4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313333" y="3656734"/>
              <a:ext cx="1032636" cy="1972327"/>
            </a:xfrm>
            <a:prstGeom prst="rect">
              <a:avLst/>
            </a:prstGeom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F018D003-4C07-CC26-826F-3E0D71B7B1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34728" r="50591" b="48126"/>
            <a:stretch/>
          </p:blipFill>
          <p:spPr>
            <a:xfrm>
              <a:off x="12560240" y="3656735"/>
              <a:ext cx="984504" cy="1972326"/>
            </a:xfrm>
            <a:prstGeom prst="rect">
              <a:avLst/>
            </a:prstGeom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C36767B2-8FA2-C543-4304-9F966D7C54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045464" y="3787200"/>
              <a:ext cx="1184063" cy="1972327"/>
            </a:xfrm>
            <a:prstGeom prst="rect">
              <a:avLst/>
            </a:prstGeom>
          </p:spPr>
        </p:pic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239E1B72-0E80-309E-C6CD-3DF3AB2387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443799" y="3787200"/>
              <a:ext cx="1032636" cy="1972327"/>
            </a:xfrm>
            <a:prstGeom prst="rect">
              <a:avLst/>
            </a:prstGeom>
          </p:spPr>
        </p:pic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F1B61CD4-A35E-EADC-10B6-B1F5BAA299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34728" r="50591" b="48126"/>
            <a:stretch/>
          </p:blipFill>
          <p:spPr>
            <a:xfrm>
              <a:off x="12690706" y="3787201"/>
              <a:ext cx="984504" cy="1972326"/>
            </a:xfrm>
            <a:prstGeom prst="rect">
              <a:avLst/>
            </a:prstGeom>
          </p:spPr>
        </p:pic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9011DE0C-A2EA-2D33-59EB-6B9E52A4AD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197864" y="3939600"/>
              <a:ext cx="1184063" cy="1972327"/>
            </a:xfrm>
            <a:prstGeom prst="rect">
              <a:avLst/>
            </a:prstGeom>
          </p:spPr>
        </p:pic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CB5DB59-F940-713C-E9CA-094AE638E3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350264" y="4092000"/>
              <a:ext cx="1184063" cy="1972327"/>
            </a:xfrm>
            <a:prstGeom prst="rect">
              <a:avLst/>
            </a:prstGeom>
          </p:spPr>
        </p:pic>
        <p:pic>
          <p:nvPicPr>
            <p:cNvPr id="138" name="그림 137">
              <a:extLst>
                <a:ext uri="{FF2B5EF4-FFF2-40B4-BE49-F238E27FC236}">
                  <a16:creationId xmlns:a16="http://schemas.microsoft.com/office/drawing/2014/main" id="{7D6ECDA4-52BF-DE04-450C-067AA5E6F5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502664" y="4244400"/>
              <a:ext cx="1184063" cy="1972327"/>
            </a:xfrm>
            <a:prstGeom prst="rect">
              <a:avLst/>
            </a:prstGeom>
          </p:spPr>
        </p:pic>
        <p:pic>
          <p:nvPicPr>
            <p:cNvPr id="139" name="그림 138">
              <a:extLst>
                <a:ext uri="{FF2B5EF4-FFF2-40B4-BE49-F238E27FC236}">
                  <a16:creationId xmlns:a16="http://schemas.microsoft.com/office/drawing/2014/main" id="{DE7AC203-3131-698A-53D9-42EE457AB2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596199" y="3939600"/>
              <a:ext cx="1032636" cy="1972327"/>
            </a:xfrm>
            <a:prstGeom prst="rect">
              <a:avLst/>
            </a:prstGeom>
          </p:spPr>
        </p:pic>
        <p:pic>
          <p:nvPicPr>
            <p:cNvPr id="140" name="그림 139">
              <a:extLst>
                <a:ext uri="{FF2B5EF4-FFF2-40B4-BE49-F238E27FC236}">
                  <a16:creationId xmlns:a16="http://schemas.microsoft.com/office/drawing/2014/main" id="{E9C1BAD7-4CAB-E612-56BE-FC8957295E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748599" y="4092000"/>
              <a:ext cx="1032636" cy="1972327"/>
            </a:xfrm>
            <a:prstGeom prst="rect">
              <a:avLst/>
            </a:prstGeom>
          </p:spPr>
        </p:pic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EB8F6AF9-E3CF-33F0-A4C2-6C1ACCA9A2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900999" y="4244400"/>
              <a:ext cx="1032636" cy="1972327"/>
            </a:xfrm>
            <a:prstGeom prst="rect">
              <a:avLst/>
            </a:prstGeom>
          </p:spPr>
        </p:pic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79B62B37-0328-A0CA-FA99-EA92D621AA34}"/>
              </a:ext>
            </a:extLst>
          </p:cNvPr>
          <p:cNvGrpSpPr/>
          <p:nvPr/>
        </p:nvGrpSpPr>
        <p:grpSpPr>
          <a:xfrm>
            <a:off x="1270231" y="2684192"/>
            <a:ext cx="4561128" cy="1441080"/>
            <a:chOff x="642824" y="3591213"/>
            <a:chExt cx="8034979" cy="2538636"/>
          </a:xfrm>
        </p:grpSpPr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F21786C5-7CE7-4FFA-39E3-3CC82F8A19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642824" y="3656734"/>
              <a:ext cx="1184063" cy="1972327"/>
            </a:xfrm>
            <a:prstGeom prst="rect">
              <a:avLst/>
            </a:prstGeom>
          </p:spPr>
        </p:pic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7B95AAC6-306B-97C5-76AE-314E5CF1FB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2041159" y="3656734"/>
              <a:ext cx="1032636" cy="1972327"/>
            </a:xfrm>
            <a:prstGeom prst="rect">
              <a:avLst/>
            </a:prstGeom>
          </p:spPr>
        </p:pic>
        <p:pic>
          <p:nvPicPr>
            <p:cNvPr id="216" name="그림 215">
              <a:extLst>
                <a:ext uri="{FF2B5EF4-FFF2-40B4-BE49-F238E27FC236}">
                  <a16:creationId xmlns:a16="http://schemas.microsoft.com/office/drawing/2014/main" id="{AB153BBE-B46D-E5C3-754C-D4678AC3D6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34728" r="50591" b="48126"/>
            <a:stretch/>
          </p:blipFill>
          <p:spPr>
            <a:xfrm>
              <a:off x="3288066" y="3656735"/>
              <a:ext cx="984504" cy="1972326"/>
            </a:xfrm>
            <a:prstGeom prst="rect">
              <a:avLst/>
            </a:prstGeom>
          </p:spPr>
        </p:pic>
        <p:pic>
          <p:nvPicPr>
            <p:cNvPr id="217" name="그림 216">
              <a:extLst>
                <a:ext uri="{FF2B5EF4-FFF2-40B4-BE49-F238E27FC236}">
                  <a16:creationId xmlns:a16="http://schemas.microsoft.com/office/drawing/2014/main" id="{174875C1-6320-F7A5-7B8D-CFA69DBB33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49809" r="34330" b="48126"/>
            <a:stretch/>
          </p:blipFill>
          <p:spPr>
            <a:xfrm>
              <a:off x="4486841" y="3656734"/>
              <a:ext cx="1063703" cy="1972329"/>
            </a:xfrm>
            <a:prstGeom prst="rect">
              <a:avLst/>
            </a:prstGeom>
          </p:spPr>
        </p:pic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B11E88E0-D3FB-B761-7912-ED3AC162F4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66103" r="18380" b="48126"/>
            <a:stretch/>
          </p:blipFill>
          <p:spPr>
            <a:xfrm>
              <a:off x="5764815" y="3619986"/>
              <a:ext cx="1079388" cy="2045826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9C0027C-594D-5927-5D59-3738B59150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81503" r="1940" b="48126"/>
            <a:stretch/>
          </p:blipFill>
          <p:spPr>
            <a:xfrm>
              <a:off x="7058474" y="3591213"/>
              <a:ext cx="1184063" cy="210337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C0BC0FA-8C64-36B6-10EB-F1F66F32FE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773290" y="3787200"/>
              <a:ext cx="1184063" cy="197232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BD3883E-4719-EE5F-1A25-BEABA83D9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2171625" y="3787200"/>
              <a:ext cx="1032636" cy="197232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0DE45B2-E111-2B5C-6A50-86A1B38EEF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34728" r="50591" b="48126"/>
            <a:stretch/>
          </p:blipFill>
          <p:spPr>
            <a:xfrm>
              <a:off x="3418532" y="3787201"/>
              <a:ext cx="984504" cy="1972326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4B0631F1-E52F-9702-3C59-B0C338C9D9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49809" r="34330" b="48126"/>
            <a:stretch/>
          </p:blipFill>
          <p:spPr>
            <a:xfrm>
              <a:off x="4617307" y="3787199"/>
              <a:ext cx="1063703" cy="1972329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088ACF6-2D8E-016A-D944-167CC19396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66103" r="18380" b="48126"/>
            <a:stretch/>
          </p:blipFill>
          <p:spPr>
            <a:xfrm>
              <a:off x="5895281" y="3750452"/>
              <a:ext cx="1079388" cy="2045826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5378D4A-6A22-EEF0-9366-C056FE6ABA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81503" r="1940" b="48126"/>
            <a:stretch/>
          </p:blipFill>
          <p:spPr>
            <a:xfrm>
              <a:off x="7188940" y="3721679"/>
              <a:ext cx="1184063" cy="2103370"/>
            </a:xfrm>
            <a:prstGeom prst="rect">
              <a:avLst/>
            </a:prstGeom>
          </p:spPr>
        </p:pic>
        <p:pic>
          <p:nvPicPr>
            <p:cNvPr id="142" name="그림 141">
              <a:extLst>
                <a:ext uri="{FF2B5EF4-FFF2-40B4-BE49-F238E27FC236}">
                  <a16:creationId xmlns:a16="http://schemas.microsoft.com/office/drawing/2014/main" id="{3927A737-8E44-9ADE-AC99-50D7E015B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81503" r="1940" b="48126"/>
            <a:stretch/>
          </p:blipFill>
          <p:spPr>
            <a:xfrm>
              <a:off x="7341340" y="3874079"/>
              <a:ext cx="1184063" cy="2103370"/>
            </a:xfrm>
            <a:prstGeom prst="rect">
              <a:avLst/>
            </a:prstGeom>
          </p:spPr>
        </p:pic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2D9B18B7-CC98-A14F-E4AB-5247DF6C6E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81503" r="1940" b="48126"/>
            <a:stretch/>
          </p:blipFill>
          <p:spPr>
            <a:xfrm>
              <a:off x="7493740" y="4026479"/>
              <a:ext cx="1184063" cy="2103370"/>
            </a:xfrm>
            <a:prstGeom prst="rect">
              <a:avLst/>
            </a:prstGeom>
          </p:spPr>
        </p:pic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F8353932-9498-53BF-C529-95DAEF8A6948}"/>
              </a:ext>
            </a:extLst>
          </p:cNvPr>
          <p:cNvSpPr txBox="1"/>
          <p:nvPr/>
        </p:nvSpPr>
        <p:spPr>
          <a:xfrm>
            <a:off x="1808280" y="2024357"/>
            <a:ext cx="374510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1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조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) 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뽑은 카드 개수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: 14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장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(54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점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)</a:t>
            </a:r>
          </a:p>
          <a:p>
            <a:pPr marL="0" marR="0" lvl="0" indent="0" algn="l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+ 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세트 보너스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(2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회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*9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점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)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 = 72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C9A581F-40F1-8B13-8A70-B130B075680A}"/>
              </a:ext>
            </a:extLst>
          </p:cNvPr>
          <p:cNvSpPr txBox="1"/>
          <p:nvPr/>
        </p:nvSpPr>
        <p:spPr>
          <a:xfrm>
            <a:off x="7137513" y="2026808"/>
            <a:ext cx="3570208" cy="748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2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조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) 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뽑은 카드 개수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: 18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장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=  51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점</a:t>
            </a:r>
            <a:endParaRPr kumimoji="0" lang="en-US" altLang="ko-KR" sz="2133" b="0" i="0" u="none" strike="noStrike" kern="0" cap="none" spc="-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Pretendard Thin" pitchFamily="34" charset="0"/>
            </a:endParaRPr>
          </a:p>
          <a:p>
            <a:pPr marL="0" marR="0" lvl="0" indent="0" algn="l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+ 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세트 보너스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(2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회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*9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점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Pretendard Thin" pitchFamily="34" charset="0"/>
              </a:rPr>
              <a:t>) </a:t>
            </a:r>
            <a:r>
              <a:rPr kumimoji="0" lang="en-US" altLang="ko-KR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= 69</a:t>
            </a:r>
            <a:r>
              <a:rPr kumimoji="0" lang="ko-KR" altLang="en-US" sz="2133" b="0" i="0" u="none" strike="noStrike" kern="0" cap="none" spc="-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Thin" pitchFamily="34" charset="0"/>
              </a:rPr>
              <a:t>점</a:t>
            </a:r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F95D1DB4-B350-3D8B-EA64-BB0C5AC5109A}"/>
              </a:ext>
            </a:extLst>
          </p:cNvPr>
          <p:cNvGrpSpPr/>
          <p:nvPr/>
        </p:nvGrpSpPr>
        <p:grpSpPr>
          <a:xfrm>
            <a:off x="1344292" y="4376662"/>
            <a:ext cx="9448390" cy="2049879"/>
            <a:chOff x="2016436" y="6564990"/>
            <a:chExt cx="14172585" cy="3074819"/>
          </a:xfrm>
        </p:grpSpPr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28384BEB-5824-2D4F-3807-9FDC1CE78C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3103865" y="7096057"/>
              <a:ext cx="1008216" cy="1679414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E38669F4-5D2C-2C0A-82C0-38588151D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3214955" y="7207147"/>
              <a:ext cx="1008216" cy="1679414"/>
            </a:xfrm>
            <a:prstGeom prst="rect">
              <a:avLst/>
            </a:prstGeom>
          </p:spPr>
        </p:pic>
        <p:pic>
          <p:nvPicPr>
            <p:cNvPr id="161" name="그림 160">
              <a:extLst>
                <a:ext uri="{FF2B5EF4-FFF2-40B4-BE49-F238E27FC236}">
                  <a16:creationId xmlns:a16="http://schemas.microsoft.com/office/drawing/2014/main" id="{6489757F-1EF8-6C20-9940-B7F02D8F78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4302383" y="7096057"/>
              <a:ext cx="879278" cy="1679414"/>
            </a:xfrm>
            <a:prstGeom prst="rect">
              <a:avLst/>
            </a:prstGeom>
          </p:spPr>
        </p:pic>
        <p:pic>
          <p:nvPicPr>
            <p:cNvPr id="167" name="그림 166">
              <a:extLst>
                <a:ext uri="{FF2B5EF4-FFF2-40B4-BE49-F238E27FC236}">
                  <a16:creationId xmlns:a16="http://schemas.microsoft.com/office/drawing/2014/main" id="{C1327E76-1A58-9422-FD07-F9DBC4E8A4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4413473" y="7207147"/>
              <a:ext cx="879278" cy="1679414"/>
            </a:xfrm>
            <a:prstGeom prst="rect">
              <a:avLst/>
            </a:prstGeom>
          </p:spPr>
        </p:pic>
        <p:pic>
          <p:nvPicPr>
            <p:cNvPr id="162" name="그림 161">
              <a:extLst>
                <a:ext uri="{FF2B5EF4-FFF2-40B4-BE49-F238E27FC236}">
                  <a16:creationId xmlns:a16="http://schemas.microsoft.com/office/drawing/2014/main" id="{399DB25D-90B8-BD7D-7E28-727A948ADB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34728" r="50591" b="48126"/>
            <a:stretch/>
          </p:blipFill>
          <p:spPr>
            <a:xfrm>
              <a:off x="5371963" y="7096058"/>
              <a:ext cx="838294" cy="1679413"/>
            </a:xfrm>
            <a:prstGeom prst="rect">
              <a:avLst/>
            </a:prstGeom>
          </p:spPr>
        </p:pic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2373D977-23A9-EF9B-A9AD-5F5BCDAB50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34728" r="50591" b="48126"/>
            <a:stretch/>
          </p:blipFill>
          <p:spPr>
            <a:xfrm>
              <a:off x="5483054" y="7207148"/>
              <a:ext cx="838294" cy="1679413"/>
            </a:xfrm>
            <a:prstGeom prst="rect">
              <a:avLst/>
            </a:prstGeom>
          </p:spPr>
        </p:pic>
        <p:pic>
          <p:nvPicPr>
            <p:cNvPr id="163" name="그림 162">
              <a:extLst>
                <a:ext uri="{FF2B5EF4-FFF2-40B4-BE49-F238E27FC236}">
                  <a16:creationId xmlns:a16="http://schemas.microsoft.com/office/drawing/2014/main" id="{4B95CE13-F6F5-B30F-58E3-23DF5C7E89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49809" r="34330" b="48126"/>
            <a:stretch/>
          </p:blipFill>
          <p:spPr>
            <a:xfrm>
              <a:off x="6400560" y="7096057"/>
              <a:ext cx="905731" cy="1679416"/>
            </a:xfrm>
            <a:prstGeom prst="rect">
              <a:avLst/>
            </a:prstGeom>
          </p:spPr>
        </p:pic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62942ED3-341C-867D-DB72-049DCE6F84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49809" r="34330" b="48126"/>
            <a:stretch/>
          </p:blipFill>
          <p:spPr>
            <a:xfrm>
              <a:off x="6511650" y="7207146"/>
              <a:ext cx="905731" cy="1679416"/>
            </a:xfrm>
            <a:prstGeom prst="rect">
              <a:avLst/>
            </a:prstGeom>
          </p:spPr>
        </p:pic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2875B97E-A258-C8E7-82F5-E74533CFF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66103" r="18380" b="48126"/>
            <a:stretch/>
          </p:blipFill>
          <p:spPr>
            <a:xfrm>
              <a:off x="7496595" y="7064766"/>
              <a:ext cx="919086" cy="1741998"/>
            </a:xfrm>
            <a:prstGeom prst="rect">
              <a:avLst/>
            </a:prstGeom>
          </p:spPr>
        </p:pic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271A2A50-2B72-D3F3-A115-38B08F5708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66103" r="18380" b="48126"/>
            <a:stretch/>
          </p:blipFill>
          <p:spPr>
            <a:xfrm>
              <a:off x="7607685" y="7175857"/>
              <a:ext cx="919086" cy="1741998"/>
            </a:xfrm>
            <a:prstGeom prst="rect">
              <a:avLst/>
            </a:prstGeom>
          </p:spPr>
        </p:pic>
        <p:pic>
          <p:nvPicPr>
            <p:cNvPr id="174" name="그림 173">
              <a:extLst>
                <a:ext uri="{FF2B5EF4-FFF2-40B4-BE49-F238E27FC236}">
                  <a16:creationId xmlns:a16="http://schemas.microsoft.com/office/drawing/2014/main" id="{906BE069-1E49-1ADD-3B1E-6583EF8111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2016436" y="7069510"/>
              <a:ext cx="1008216" cy="1679414"/>
            </a:xfrm>
            <a:prstGeom prst="rect">
              <a:avLst/>
            </a:prstGeom>
          </p:spPr>
        </p:pic>
        <p:pic>
          <p:nvPicPr>
            <p:cNvPr id="175" name="그림 174">
              <a:extLst>
                <a:ext uri="{FF2B5EF4-FFF2-40B4-BE49-F238E27FC236}">
                  <a16:creationId xmlns:a16="http://schemas.microsoft.com/office/drawing/2014/main" id="{228C0F73-D096-3ECA-4424-81E0B79A2D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2127527" y="7180600"/>
              <a:ext cx="1008216" cy="1679414"/>
            </a:xfrm>
            <a:prstGeom prst="rect">
              <a:avLst/>
            </a:prstGeom>
          </p:spPr>
        </p:pic>
        <p:pic>
          <p:nvPicPr>
            <p:cNvPr id="188" name="그림 187">
              <a:extLst>
                <a:ext uri="{FF2B5EF4-FFF2-40B4-BE49-F238E27FC236}">
                  <a16:creationId xmlns:a16="http://schemas.microsoft.com/office/drawing/2014/main" id="{953132C8-D12F-983C-49D9-0CB36E18B5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9816578" y="7070704"/>
              <a:ext cx="1008216" cy="1679414"/>
            </a:xfrm>
            <a:prstGeom prst="rect">
              <a:avLst/>
            </a:prstGeom>
          </p:spPr>
        </p:pic>
        <p:pic>
          <p:nvPicPr>
            <p:cNvPr id="189" name="그림 188">
              <a:extLst>
                <a:ext uri="{FF2B5EF4-FFF2-40B4-BE49-F238E27FC236}">
                  <a16:creationId xmlns:a16="http://schemas.microsoft.com/office/drawing/2014/main" id="{E903973D-1A88-0191-9144-0DCFB5A5BF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007245" y="7070704"/>
              <a:ext cx="879278" cy="1679414"/>
            </a:xfrm>
            <a:prstGeom prst="rect">
              <a:avLst/>
            </a:prstGeom>
          </p:spPr>
        </p:pic>
        <p:pic>
          <p:nvPicPr>
            <p:cNvPr id="190" name="그림 189">
              <a:extLst>
                <a:ext uri="{FF2B5EF4-FFF2-40B4-BE49-F238E27FC236}">
                  <a16:creationId xmlns:a16="http://schemas.microsoft.com/office/drawing/2014/main" id="{F555F2FB-2D48-B99D-BF25-EE4E0DE21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34728" r="50591" b="48126"/>
            <a:stretch/>
          </p:blipFill>
          <p:spPr>
            <a:xfrm>
              <a:off x="12068972" y="7070704"/>
              <a:ext cx="838294" cy="1679413"/>
            </a:xfrm>
            <a:prstGeom prst="rect">
              <a:avLst/>
            </a:prstGeom>
          </p:spPr>
        </p:pic>
        <p:pic>
          <p:nvPicPr>
            <p:cNvPr id="191" name="그림 190">
              <a:extLst>
                <a:ext uri="{FF2B5EF4-FFF2-40B4-BE49-F238E27FC236}">
                  <a16:creationId xmlns:a16="http://schemas.microsoft.com/office/drawing/2014/main" id="{A797D850-4B21-703D-A86A-5893645E03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9927669" y="7181794"/>
              <a:ext cx="1008216" cy="1679414"/>
            </a:xfrm>
            <a:prstGeom prst="rect">
              <a:avLst/>
            </a:prstGeom>
          </p:spPr>
        </p:pic>
        <p:pic>
          <p:nvPicPr>
            <p:cNvPr id="192" name="그림 191">
              <a:extLst>
                <a:ext uri="{FF2B5EF4-FFF2-40B4-BE49-F238E27FC236}">
                  <a16:creationId xmlns:a16="http://schemas.microsoft.com/office/drawing/2014/main" id="{A79C053B-C5B6-C208-DD47-D7F15EEC82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118335" y="7181794"/>
              <a:ext cx="879278" cy="1679414"/>
            </a:xfrm>
            <a:prstGeom prst="rect">
              <a:avLst/>
            </a:prstGeom>
          </p:spPr>
        </p:pic>
        <p:pic>
          <p:nvPicPr>
            <p:cNvPr id="193" name="그림 192">
              <a:extLst>
                <a:ext uri="{FF2B5EF4-FFF2-40B4-BE49-F238E27FC236}">
                  <a16:creationId xmlns:a16="http://schemas.microsoft.com/office/drawing/2014/main" id="{F29F2005-80CE-2DF6-86ED-C0EDDC451C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34728" r="50591" b="48126"/>
            <a:stretch/>
          </p:blipFill>
          <p:spPr>
            <a:xfrm>
              <a:off x="12180062" y="7181795"/>
              <a:ext cx="838294" cy="1679413"/>
            </a:xfrm>
            <a:prstGeom prst="rect">
              <a:avLst/>
            </a:prstGeom>
          </p:spPr>
        </p:pic>
        <p:pic>
          <p:nvPicPr>
            <p:cNvPr id="194" name="그림 193">
              <a:extLst>
                <a:ext uri="{FF2B5EF4-FFF2-40B4-BE49-F238E27FC236}">
                  <a16:creationId xmlns:a16="http://schemas.microsoft.com/office/drawing/2014/main" id="{2C702FD7-B0C5-B479-9ED9-D9F8DAEE48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057436" y="7311561"/>
              <a:ext cx="1008216" cy="1679414"/>
            </a:xfrm>
            <a:prstGeom prst="rect">
              <a:avLst/>
            </a:prstGeom>
          </p:spPr>
        </p:pic>
        <p:pic>
          <p:nvPicPr>
            <p:cNvPr id="195" name="그림 194">
              <a:extLst>
                <a:ext uri="{FF2B5EF4-FFF2-40B4-BE49-F238E27FC236}">
                  <a16:creationId xmlns:a16="http://schemas.microsoft.com/office/drawing/2014/main" id="{0119DCB5-2326-BFC0-CDB1-90FA3F7AED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187202" y="7441328"/>
              <a:ext cx="1008216" cy="1679414"/>
            </a:xfrm>
            <a:prstGeom prst="rect">
              <a:avLst/>
            </a:prstGeom>
          </p:spPr>
        </p:pic>
        <p:pic>
          <p:nvPicPr>
            <p:cNvPr id="196" name="그림 195">
              <a:extLst>
                <a:ext uri="{FF2B5EF4-FFF2-40B4-BE49-F238E27FC236}">
                  <a16:creationId xmlns:a16="http://schemas.microsoft.com/office/drawing/2014/main" id="{8DFACD34-4C5F-9078-07ED-6FD7A24044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316969" y="7571095"/>
              <a:ext cx="1008216" cy="1679414"/>
            </a:xfrm>
            <a:prstGeom prst="rect">
              <a:avLst/>
            </a:prstGeom>
          </p:spPr>
        </p:pic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9B0991A5-A8BE-D30C-BC16-5656C9515A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248102" y="7311561"/>
              <a:ext cx="879278" cy="1679414"/>
            </a:xfrm>
            <a:prstGeom prst="rect">
              <a:avLst/>
            </a:prstGeom>
          </p:spPr>
        </p:pic>
        <p:pic>
          <p:nvPicPr>
            <p:cNvPr id="211" name="그림 210">
              <a:extLst>
                <a:ext uri="{FF2B5EF4-FFF2-40B4-BE49-F238E27FC236}">
                  <a16:creationId xmlns:a16="http://schemas.microsoft.com/office/drawing/2014/main" id="{F1DA2265-77D8-2087-6DED-D51B62A253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377869" y="7441328"/>
              <a:ext cx="879278" cy="1679414"/>
            </a:xfrm>
            <a:prstGeom prst="rect">
              <a:avLst/>
            </a:prstGeom>
          </p:spPr>
        </p:pic>
        <p:pic>
          <p:nvPicPr>
            <p:cNvPr id="212" name="그림 211">
              <a:extLst>
                <a:ext uri="{FF2B5EF4-FFF2-40B4-BE49-F238E27FC236}">
                  <a16:creationId xmlns:a16="http://schemas.microsoft.com/office/drawing/2014/main" id="{05C57826-E91C-97EC-FB43-30B9E742F8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507635" y="7571095"/>
              <a:ext cx="879278" cy="1679414"/>
            </a:xfrm>
            <a:prstGeom prst="rect">
              <a:avLst/>
            </a:prstGeom>
          </p:spPr>
        </p:pic>
        <p:pic>
          <p:nvPicPr>
            <p:cNvPr id="214" name="그림 213">
              <a:extLst>
                <a:ext uri="{FF2B5EF4-FFF2-40B4-BE49-F238E27FC236}">
                  <a16:creationId xmlns:a16="http://schemas.microsoft.com/office/drawing/2014/main" id="{B9B87DDF-1C34-3CB9-0260-7B4F19DDDA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446736" y="7700861"/>
              <a:ext cx="1008216" cy="1679414"/>
            </a:xfrm>
            <a:prstGeom prst="rect">
              <a:avLst/>
            </a:prstGeom>
          </p:spPr>
        </p:pic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5B07A66B-1951-477A-CF9A-EA09595924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576503" y="7830628"/>
              <a:ext cx="1008216" cy="1679414"/>
            </a:xfrm>
            <a:prstGeom prst="rect">
              <a:avLst/>
            </a:prstGeom>
          </p:spPr>
        </p:pic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6CB97576-7908-E94B-B96B-ADCDBC32E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637402" y="7700861"/>
              <a:ext cx="879278" cy="1679414"/>
            </a:xfrm>
            <a:prstGeom prst="rect">
              <a:avLst/>
            </a:prstGeom>
          </p:spPr>
        </p:pic>
        <p:pic>
          <p:nvPicPr>
            <p:cNvPr id="220" name="그림 219">
              <a:extLst>
                <a:ext uri="{FF2B5EF4-FFF2-40B4-BE49-F238E27FC236}">
                  <a16:creationId xmlns:a16="http://schemas.microsoft.com/office/drawing/2014/main" id="{80A31311-D831-AF75-0D75-A13E7B58DB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767169" y="7830628"/>
              <a:ext cx="879278" cy="1679414"/>
            </a:xfrm>
            <a:prstGeom prst="rect">
              <a:avLst/>
            </a:prstGeom>
          </p:spPr>
        </p:pic>
        <p:pic>
          <p:nvPicPr>
            <p:cNvPr id="253" name="그림 252">
              <a:extLst>
                <a:ext uri="{FF2B5EF4-FFF2-40B4-BE49-F238E27FC236}">
                  <a16:creationId xmlns:a16="http://schemas.microsoft.com/office/drawing/2014/main" id="{0DA3F99A-F706-F71F-67B0-B0317A93A7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r="82344" b="48126"/>
            <a:stretch/>
          </p:blipFill>
          <p:spPr>
            <a:xfrm>
              <a:off x="10706270" y="7960395"/>
              <a:ext cx="1008216" cy="1679414"/>
            </a:xfrm>
            <a:prstGeom prst="rect">
              <a:avLst/>
            </a:prstGeom>
          </p:spPr>
        </p:pic>
        <p:pic>
          <p:nvPicPr>
            <p:cNvPr id="254" name="그림 253">
              <a:extLst>
                <a:ext uri="{FF2B5EF4-FFF2-40B4-BE49-F238E27FC236}">
                  <a16:creationId xmlns:a16="http://schemas.microsoft.com/office/drawing/2014/main" id="{4935D2E0-C93C-36FF-A2F4-8DBF64A104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17854" r="66748" b="48126"/>
            <a:stretch/>
          </p:blipFill>
          <p:spPr>
            <a:xfrm>
              <a:off x="11896936" y="7960395"/>
              <a:ext cx="879278" cy="1679414"/>
            </a:xfrm>
            <a:prstGeom prst="rect">
              <a:avLst/>
            </a:prstGeom>
          </p:spPr>
        </p:pic>
        <p:pic>
          <p:nvPicPr>
            <p:cNvPr id="259" name="그림 258">
              <a:extLst>
                <a:ext uri="{FF2B5EF4-FFF2-40B4-BE49-F238E27FC236}">
                  <a16:creationId xmlns:a16="http://schemas.microsoft.com/office/drawing/2014/main" id="{C05DF37D-3D3D-7602-9AF2-88FC5BEB21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49809" r="34330" b="48126"/>
            <a:stretch/>
          </p:blipFill>
          <p:spPr>
            <a:xfrm>
              <a:off x="13184722" y="7069508"/>
              <a:ext cx="905731" cy="1679416"/>
            </a:xfrm>
            <a:prstGeom prst="rect">
              <a:avLst/>
            </a:prstGeom>
          </p:spPr>
        </p:pic>
        <p:pic>
          <p:nvPicPr>
            <p:cNvPr id="260" name="그림 259">
              <a:extLst>
                <a:ext uri="{FF2B5EF4-FFF2-40B4-BE49-F238E27FC236}">
                  <a16:creationId xmlns:a16="http://schemas.microsoft.com/office/drawing/2014/main" id="{7E053E7D-5BA0-9F0A-B508-9CD2EEDE0D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724" b="89989" l="3476" r="94101">
                          <a14:foregroundMark x1="8960" y1="7874" x2="10459" y2="34702"/>
                          <a14:foregroundMark x1="5612" y1="11249" x2="4751" y2="37345"/>
                          <a14:foregroundMark x1="24235" y1="7030" x2="30517" y2="7480"/>
                          <a14:foregroundMark x1="37213" y1="7368" x2="43272" y2="34083"/>
                          <a14:foregroundMark x1="43272" y1="34083" x2="43272" y2="34083"/>
                          <a14:foregroundMark x1="55421" y1="10011" x2="59853" y2="40832"/>
                          <a14:foregroundMark x1="71716" y1="12092" x2="76276" y2="39033"/>
                          <a14:foregroundMark x1="88138" y1="12542" x2="93048" y2="34814"/>
                          <a14:foregroundMark x1="93048" y1="34814" x2="93048" y2="34927"/>
                          <a14:foregroundMark x1="44356" y1="13498" x2="42538" y2="38920"/>
                          <a14:foregroundMark x1="4943" y1="44769" x2="15019" y2="44432"/>
                          <a14:foregroundMark x1="15019" y1="44432" x2="15434" y2="44038"/>
                          <a14:foregroundMark x1="36798" y1="45613" x2="43399" y2="46007"/>
                          <a14:foregroundMark x1="43399" y1="46007" x2="47353" y2="44207"/>
                          <a14:foregroundMark x1="70153" y1="47525" x2="78316" y2="40832"/>
                          <a14:foregroundMark x1="78316" y1="40832" x2="78412" y2="20191"/>
                          <a14:foregroundMark x1="78412" y1="20191" x2="76148" y2="10124"/>
                          <a14:foregroundMark x1="76148" y1="10124" x2="70855" y2="11530"/>
                          <a14:foregroundMark x1="70855" y1="11530" x2="68654" y2="24522"/>
                          <a14:foregroundMark x1="68654" y1="24522" x2="69292" y2="39989"/>
                          <a14:foregroundMark x1="69292" y1="39989" x2="72927" y2="31215"/>
                          <a14:foregroundMark x1="86575" y1="10011" x2="94643" y2="16760"/>
                          <a14:foregroundMark x1="94643" y1="16760" x2="95727" y2="33127"/>
                          <a14:foregroundMark x1="95727" y1="33127" x2="94101" y2="41901"/>
                          <a14:foregroundMark x1="94101" y1="41901" x2="87468" y2="44769"/>
                          <a14:foregroundMark x1="87468" y1="44769" x2="84821" y2="32902"/>
                          <a14:foregroundMark x1="84821" y1="32902" x2="86990" y2="8605"/>
                          <a14:foregroundMark x1="23374" y1="13273" x2="20886" y2="27897"/>
                          <a14:foregroundMark x1="20886" y1="27897" x2="24522" y2="19179"/>
                          <a14:foregroundMark x1="24522" y1="19179" x2="26084" y2="37514"/>
                          <a14:foregroundMark x1="26084" y1="37514" x2="26658" y2="16592"/>
                          <a14:foregroundMark x1="26658" y1="16592" x2="26403" y2="34702"/>
                          <a14:foregroundMark x1="26403" y1="34702" x2="29241" y2="18448"/>
                          <a14:foregroundMark x1="29241" y1="18448" x2="28603" y2="16423"/>
                          <a14:foregroundMark x1="14094" y1="10517" x2="13265" y2="35771"/>
                          <a14:foregroundMark x1="13265" y1="35771" x2="15019" y2="14792"/>
                          <a14:foregroundMark x1="15019" y1="14792" x2="10587" y2="20697"/>
                          <a14:foregroundMark x1="10587" y1="20697" x2="11193" y2="37402"/>
                          <a14:foregroundMark x1="11193" y1="37402" x2="16394" y2="25614"/>
                          <a14:foregroundMark x1="16609" y1="20480" x2="16008" y2="12261"/>
                          <a14:foregroundMark x1="16008" y1="12261" x2="14892" y2="7762"/>
                          <a14:foregroundMark x1="53699" y1="5793" x2="60874" y2="7255"/>
                          <a14:foregroundMark x1="51244" y1="43757" x2="51754" y2="47132"/>
                          <a14:foregroundMark x1="64031" y1="42295" x2="64126" y2="45669"/>
                          <a14:foregroundMark x1="16231" y1="21541" x2="16422" y2="24634"/>
                          <a14:foregroundMark x1="16518" y1="21316" x2="16486" y2="25309"/>
                          <a14:foregroundMark x1="3476" y1="11924" x2="3571" y2="15973"/>
                          <a14:foregroundMark x1="20440" y1="5287" x2="27264" y2="4724"/>
                          <a14:foregroundMark x1="54114" y1="8943" x2="56441" y2="37402"/>
                          <a14:foregroundMark x1="56441" y1="37402" x2="56409" y2="37120"/>
                          <a14:foregroundMark x1="51116" y1="42801" x2="51435" y2="40832"/>
                          <a14:foregroundMark x1="51180" y1="40382" x2="51371" y2="29640"/>
                          <a14:backgroundMark x1="1180" y1="10742" x2="1594" y2="18785"/>
                          <a14:backgroundMark x1="1594" y1="15692" x2="797" y2="75028"/>
                          <a14:backgroundMark x1="797" y1="75028" x2="1818" y2="82565"/>
                          <a14:backgroundMark x1="12117" y1="2587" x2="27232" y2="506"/>
                          <a14:backgroundMark x1="27232" y1="506" x2="55740" y2="3262"/>
                          <a14:backgroundMark x1="55357" y1="2587" x2="59917" y2="506"/>
                          <a14:backgroundMark x1="17309" y1="24116" x2="17698" y2="25534"/>
                          <a14:backgroundMark x1="17325" y1="22033" x2="17634" y2="26884"/>
                          <a14:backgroundMark x1="17219" y1="20360" x2="17281" y2="21335"/>
                          <a14:backgroundMark x1="17217" y1="25328" x2="17092" y2="29753"/>
                        </a14:backgroundRemoval>
                      </a14:imgEffect>
                    </a14:imgLayer>
                  </a14:imgProps>
                </a:ext>
              </a:extLst>
            </a:blip>
            <a:srcRect l="66103" r="18380" b="48126"/>
            <a:stretch/>
          </p:blipFill>
          <p:spPr>
            <a:xfrm>
              <a:off x="14272902" y="7038218"/>
              <a:ext cx="919086" cy="1741998"/>
            </a:xfrm>
            <a:prstGeom prst="rect">
              <a:avLst/>
            </a:prstGeom>
          </p:spPr>
        </p:pic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9D9B045B-0B39-E7C0-97D0-6AA37771F8C2}"/>
                </a:ext>
              </a:extLst>
            </p:cNvPr>
            <p:cNvSpPr txBox="1"/>
            <p:nvPr/>
          </p:nvSpPr>
          <p:spPr>
            <a:xfrm>
              <a:off x="2712420" y="6564990"/>
              <a:ext cx="5449089" cy="63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3</a:t>
              </a:r>
              <a:r>
                <a:rPr kumimoji="0" lang="ko-KR" altLang="en-US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조</a:t>
              </a:r>
              <a:r>
                <a:rPr kumimoji="0" lang="en-US" altLang="ko-KR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) </a:t>
              </a:r>
              <a:r>
                <a:rPr kumimoji="0" lang="ko-KR" altLang="en-US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Light" panose="02000000000000000000" pitchFamily="50" charset="-127"/>
                  <a:ea typeface="G마켓 산스 Light" panose="02000000000000000000" pitchFamily="50" charset="-127"/>
                  <a:cs typeface="Pretendard Thin" pitchFamily="34" charset="0"/>
                </a:rPr>
                <a:t>뽑은 카드 개수</a:t>
              </a:r>
              <a:r>
                <a:rPr kumimoji="0" lang="en-US" altLang="ko-KR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Light" panose="02000000000000000000" pitchFamily="50" charset="-127"/>
                  <a:ea typeface="G마켓 산스 Light" panose="02000000000000000000" pitchFamily="50" charset="-127"/>
                  <a:cs typeface="Pretendard Thin" pitchFamily="34" charset="0"/>
                </a:rPr>
                <a:t>: 12</a:t>
              </a:r>
              <a:r>
                <a:rPr kumimoji="0" lang="ko-KR" altLang="en-US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Light" panose="02000000000000000000" pitchFamily="50" charset="-127"/>
                  <a:ea typeface="G마켓 산스 Light" panose="02000000000000000000" pitchFamily="50" charset="-127"/>
                  <a:cs typeface="Pretendard Thin" pitchFamily="34" charset="0"/>
                </a:rPr>
                <a:t>장 </a:t>
              </a:r>
              <a:r>
                <a:rPr kumimoji="0" lang="en-US" altLang="ko-KR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=  32</a:t>
              </a:r>
              <a:r>
                <a:rPr kumimoji="0" lang="ko-KR" altLang="en-US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점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ED3EEA55-7E57-2770-0486-C9F81D3AA924}"/>
                </a:ext>
              </a:extLst>
            </p:cNvPr>
            <p:cNvSpPr txBox="1"/>
            <p:nvPr/>
          </p:nvSpPr>
          <p:spPr>
            <a:xfrm>
              <a:off x="10706269" y="6564990"/>
              <a:ext cx="5482752" cy="63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4</a:t>
              </a:r>
              <a:r>
                <a:rPr kumimoji="0" lang="ko-KR" altLang="en-US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조</a:t>
              </a:r>
              <a:r>
                <a:rPr kumimoji="0" lang="en-US" altLang="ko-KR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) </a:t>
              </a:r>
              <a:r>
                <a:rPr kumimoji="0" lang="ko-KR" altLang="en-US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Light" panose="02000000000000000000" pitchFamily="50" charset="-127"/>
                  <a:ea typeface="G마켓 산스 Light" panose="02000000000000000000" pitchFamily="50" charset="-127"/>
                  <a:cs typeface="Pretendard Thin" pitchFamily="34" charset="0"/>
                </a:rPr>
                <a:t>뽑은 카드 개수</a:t>
              </a:r>
              <a:r>
                <a:rPr kumimoji="0" lang="en-US" altLang="ko-KR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Light" panose="02000000000000000000" pitchFamily="50" charset="-127"/>
                  <a:ea typeface="G마켓 산스 Light" panose="02000000000000000000" pitchFamily="50" charset="-127"/>
                  <a:cs typeface="Pretendard Thin" pitchFamily="34" charset="0"/>
                </a:rPr>
                <a:t>: 21</a:t>
              </a:r>
              <a:r>
                <a:rPr kumimoji="0" lang="ko-KR" altLang="en-US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Light" panose="02000000000000000000" pitchFamily="50" charset="-127"/>
                  <a:ea typeface="G마켓 산스 Light" panose="02000000000000000000" pitchFamily="50" charset="-127"/>
                  <a:cs typeface="Pretendard Thin" pitchFamily="34" charset="0"/>
                </a:rPr>
                <a:t>장 </a:t>
              </a:r>
              <a:r>
                <a:rPr kumimoji="0" lang="en-US" altLang="ko-KR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=  40</a:t>
              </a:r>
              <a:r>
                <a:rPr kumimoji="0" lang="ko-KR" altLang="en-US" sz="2133" b="0" i="0" u="none" strike="noStrike" kern="0" cap="none" spc="-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Thin" pitchFamily="34" charset="0"/>
                </a:rPr>
                <a:t>점</a:t>
              </a:r>
            </a:p>
          </p:txBody>
        </p:sp>
      </p:grpSp>
      <p:pic>
        <p:nvPicPr>
          <p:cNvPr id="255" name="그림 254">
            <a:extLst>
              <a:ext uri="{FF2B5EF4-FFF2-40B4-BE49-F238E27FC236}">
                <a16:creationId xmlns:a16="http://schemas.microsoft.com/office/drawing/2014/main" id="{59EF4370-DE34-2AE8-C66D-7A95D9229B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24" b="89989" l="3476" r="94101">
                        <a14:foregroundMark x1="8960" y1="7874" x2="10459" y2="34702"/>
                        <a14:foregroundMark x1="5612" y1="11249" x2="4751" y2="37345"/>
                        <a14:foregroundMark x1="24235" y1="7030" x2="30517" y2="7480"/>
                        <a14:foregroundMark x1="37213" y1="7368" x2="43272" y2="34083"/>
                        <a14:foregroundMark x1="43272" y1="34083" x2="43272" y2="34083"/>
                        <a14:foregroundMark x1="55421" y1="10011" x2="59853" y2="40832"/>
                        <a14:foregroundMark x1="71716" y1="12092" x2="76276" y2="39033"/>
                        <a14:foregroundMark x1="88138" y1="12542" x2="93048" y2="34814"/>
                        <a14:foregroundMark x1="93048" y1="34814" x2="93048" y2="34927"/>
                        <a14:foregroundMark x1="44356" y1="13498" x2="42538" y2="38920"/>
                        <a14:foregroundMark x1="4943" y1="44769" x2="15019" y2="44432"/>
                        <a14:foregroundMark x1="15019" y1="44432" x2="15434" y2="44038"/>
                        <a14:foregroundMark x1="36798" y1="45613" x2="43399" y2="46007"/>
                        <a14:foregroundMark x1="43399" y1="46007" x2="47353" y2="44207"/>
                        <a14:foregroundMark x1="70153" y1="47525" x2="78316" y2="40832"/>
                        <a14:foregroundMark x1="78316" y1="40832" x2="78412" y2="20191"/>
                        <a14:foregroundMark x1="78412" y1="20191" x2="76148" y2="10124"/>
                        <a14:foregroundMark x1="76148" y1="10124" x2="70855" y2="11530"/>
                        <a14:foregroundMark x1="70855" y1="11530" x2="68654" y2="24522"/>
                        <a14:foregroundMark x1="68654" y1="24522" x2="69292" y2="39989"/>
                        <a14:foregroundMark x1="69292" y1="39989" x2="72927" y2="31215"/>
                        <a14:foregroundMark x1="86575" y1="10011" x2="94643" y2="16760"/>
                        <a14:foregroundMark x1="94643" y1="16760" x2="95727" y2="33127"/>
                        <a14:foregroundMark x1="95727" y1="33127" x2="94101" y2="41901"/>
                        <a14:foregroundMark x1="94101" y1="41901" x2="87468" y2="44769"/>
                        <a14:foregroundMark x1="87468" y1="44769" x2="84821" y2="32902"/>
                        <a14:foregroundMark x1="84821" y1="32902" x2="86990" y2="8605"/>
                        <a14:foregroundMark x1="23374" y1="13273" x2="20886" y2="27897"/>
                        <a14:foregroundMark x1="20886" y1="27897" x2="24522" y2="19179"/>
                        <a14:foregroundMark x1="24522" y1="19179" x2="26084" y2="37514"/>
                        <a14:foregroundMark x1="26084" y1="37514" x2="26658" y2="16592"/>
                        <a14:foregroundMark x1="26658" y1="16592" x2="26403" y2="34702"/>
                        <a14:foregroundMark x1="26403" y1="34702" x2="29241" y2="18448"/>
                        <a14:foregroundMark x1="29241" y1="18448" x2="28603" y2="16423"/>
                        <a14:foregroundMark x1="14094" y1="10517" x2="13265" y2="35771"/>
                        <a14:foregroundMark x1="13265" y1="35771" x2="15019" y2="14792"/>
                        <a14:foregroundMark x1="15019" y1="14792" x2="10587" y2="20697"/>
                        <a14:foregroundMark x1="10587" y1="20697" x2="11193" y2="37402"/>
                        <a14:foregroundMark x1="11193" y1="37402" x2="16394" y2="25614"/>
                        <a14:foregroundMark x1="16609" y1="20480" x2="16008" y2="12261"/>
                        <a14:foregroundMark x1="16008" y1="12261" x2="14892" y2="7762"/>
                        <a14:foregroundMark x1="53699" y1="5793" x2="60874" y2="7255"/>
                        <a14:foregroundMark x1="51244" y1="43757" x2="51754" y2="47132"/>
                        <a14:foregroundMark x1="64031" y1="42295" x2="64126" y2="45669"/>
                        <a14:foregroundMark x1="16231" y1="21541" x2="16422" y2="24634"/>
                        <a14:foregroundMark x1="16518" y1="21316" x2="16486" y2="25309"/>
                        <a14:foregroundMark x1="3476" y1="11924" x2="3571" y2="15973"/>
                        <a14:foregroundMark x1="20440" y1="5287" x2="27264" y2="4724"/>
                        <a14:foregroundMark x1="54114" y1="8943" x2="56441" y2="37402"/>
                        <a14:foregroundMark x1="56441" y1="37402" x2="56409" y2="37120"/>
                        <a14:foregroundMark x1="51116" y1="42801" x2="51435" y2="40832"/>
                        <a14:foregroundMark x1="51180" y1="40382" x2="51371" y2="29640"/>
                        <a14:backgroundMark x1="1180" y1="10742" x2="1594" y2="18785"/>
                        <a14:backgroundMark x1="1594" y1="15692" x2="797" y2="75028"/>
                        <a14:backgroundMark x1="797" y1="75028" x2="1818" y2="82565"/>
                        <a14:backgroundMark x1="12117" y1="2587" x2="27232" y2="506"/>
                        <a14:backgroundMark x1="27232" y1="506" x2="55740" y2="3262"/>
                        <a14:backgroundMark x1="55357" y1="2587" x2="59917" y2="506"/>
                        <a14:backgroundMark x1="17309" y1="24116" x2="17698" y2="25534"/>
                        <a14:backgroundMark x1="17325" y1="22033" x2="17634" y2="26884"/>
                        <a14:backgroundMark x1="17219" y1="20360" x2="17281" y2="21335"/>
                        <a14:backgroundMark x1="17217" y1="25328" x2="17092" y2="29753"/>
                      </a14:backgroundRemoval>
                    </a14:imgEffect>
                  </a14:imgLayer>
                </a14:imgProps>
              </a:ext>
            </a:extLst>
          </a:blip>
          <a:srcRect r="82344" b="48126"/>
          <a:stretch/>
        </p:blipFill>
        <p:spPr>
          <a:xfrm>
            <a:off x="7224025" y="5393443"/>
            <a:ext cx="672144" cy="111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9019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와이드스크린</PresentationFormat>
  <Paragraphs>60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G마켓 산스 Bold</vt:lpstr>
      <vt:lpstr>G마켓 산스 Light</vt:lpstr>
      <vt:lpstr>G마켓 산스 Medium</vt:lpstr>
      <vt:lpstr>맑은 고딕</vt:lpstr>
      <vt:lpstr>조선일보명조</vt:lpstr>
      <vt:lpstr>Arial</vt:lpstr>
      <vt:lpstr>Calibri</vt:lpstr>
      <vt:lpstr>6_Office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종목 전</dc:creator>
  <cp:lastModifiedBy>종목 전</cp:lastModifiedBy>
  <cp:revision>1</cp:revision>
  <dcterms:created xsi:type="dcterms:W3CDTF">2026-05-14T08:36:00Z</dcterms:created>
  <dcterms:modified xsi:type="dcterms:W3CDTF">2026-05-14T11:08:31Z</dcterms:modified>
</cp:coreProperties>
</file>